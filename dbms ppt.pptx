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2" r:id="rId14"/>
    <p:sldId id="274" r:id="rId15"/>
    <p:sldId id="275" r:id="rId16"/>
    <p:sldId id="276" r:id="rId17"/>
    <p:sldId id="268" r:id="rId18"/>
    <p:sldId id="269" r:id="rId19"/>
    <p:sldId id="270" r:id="rId20"/>
    <p:sldId id="271" r:id="rId21"/>
    <p:sldId id="27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434CAF-8220-4C89-8D35-C695D59F5AE7}" v="2" dt="2026-07-23T03:46:34.7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77" d="100"/>
          <a:sy n="77" d="100"/>
        </p:scale>
        <p:origin x="82" y="3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iya yadav" userId="355f86fe1ddc0f5d" providerId="LiveId" clId="{412C2972-1147-4A08-BE72-F8DDBA41C100}"/>
    <pc:docChg chg="custSel addSld delSld modSld">
      <pc:chgData name="priya yadav" userId="355f86fe1ddc0f5d" providerId="LiveId" clId="{412C2972-1147-4A08-BE72-F8DDBA41C100}" dt="2026-07-23T03:48:51.608" v="900" actId="20577"/>
      <pc:docMkLst>
        <pc:docMk/>
      </pc:docMkLst>
      <pc:sldChg chg="modSp mod">
        <pc:chgData name="priya yadav" userId="355f86fe1ddc0f5d" providerId="LiveId" clId="{412C2972-1147-4A08-BE72-F8DDBA41C100}" dt="2026-07-23T03:48:51.608" v="900" actId="20577"/>
        <pc:sldMkLst>
          <pc:docMk/>
          <pc:sldMk cId="2572730620" sldId="256"/>
        </pc:sldMkLst>
        <pc:spChg chg="mod">
          <ac:chgData name="priya yadav" userId="355f86fe1ddc0f5d" providerId="LiveId" clId="{412C2972-1147-4A08-BE72-F8DDBA41C100}" dt="2026-07-18T17:44:53.033" v="620" actId="255"/>
          <ac:spMkLst>
            <pc:docMk/>
            <pc:sldMk cId="2572730620" sldId="256"/>
            <ac:spMk id="2" creationId="{B1535A1F-5CB5-4E45-42F1-ADC0FBB19CDB}"/>
          </ac:spMkLst>
        </pc:spChg>
        <pc:spChg chg="mod">
          <ac:chgData name="priya yadav" userId="355f86fe1ddc0f5d" providerId="LiveId" clId="{412C2972-1147-4A08-BE72-F8DDBA41C100}" dt="2026-07-23T03:48:51.608" v="900" actId="20577"/>
          <ac:spMkLst>
            <pc:docMk/>
            <pc:sldMk cId="2572730620" sldId="256"/>
            <ac:spMk id="3" creationId="{4024E3E7-37AE-D27E-347E-B38E778380A5}"/>
          </ac:spMkLst>
        </pc:spChg>
      </pc:sldChg>
      <pc:sldChg chg="modSp">
        <pc:chgData name="priya yadav" userId="355f86fe1ddc0f5d" providerId="LiveId" clId="{412C2972-1147-4A08-BE72-F8DDBA41C100}" dt="2026-07-23T03:46:34.774" v="863"/>
        <pc:sldMkLst>
          <pc:docMk/>
          <pc:sldMk cId="163877927" sldId="257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163877927" sldId="257"/>
            <ac:spMk id="2" creationId="{FF32CF83-10C6-4D62-B5B0-378D889CF9BB}"/>
          </ac:spMkLst>
        </pc:spChg>
      </pc:sldChg>
      <pc:sldChg chg="addSp delSp modSp mod">
        <pc:chgData name="priya yadav" userId="355f86fe1ddc0f5d" providerId="LiveId" clId="{412C2972-1147-4A08-BE72-F8DDBA41C100}" dt="2026-07-23T03:36:09.068" v="794" actId="14100"/>
        <pc:sldMkLst>
          <pc:docMk/>
          <pc:sldMk cId="1077986641" sldId="258"/>
        </pc:sldMkLst>
        <pc:picChg chg="add mod">
          <ac:chgData name="priya yadav" userId="355f86fe1ddc0f5d" providerId="LiveId" clId="{412C2972-1147-4A08-BE72-F8DDBA41C100}" dt="2026-07-23T03:36:09.068" v="794" actId="14100"/>
          <ac:picMkLst>
            <pc:docMk/>
            <pc:sldMk cId="1077986641" sldId="258"/>
            <ac:picMk id="4" creationId="{F27E8E98-093F-0404-035B-D377E9996C7A}"/>
          </ac:picMkLst>
        </pc:picChg>
        <pc:picChg chg="del">
          <ac:chgData name="priya yadav" userId="355f86fe1ddc0f5d" providerId="LiveId" clId="{412C2972-1147-4A08-BE72-F8DDBA41C100}" dt="2026-07-23T03:32:11.416" v="789" actId="478"/>
          <ac:picMkLst>
            <pc:docMk/>
            <pc:sldMk cId="1077986641" sldId="258"/>
            <ac:picMk id="6" creationId="{11D612EB-FBCD-2228-321E-BE997DF405EE}"/>
          </ac:picMkLst>
        </pc:picChg>
      </pc:sldChg>
      <pc:sldChg chg="modSp mod">
        <pc:chgData name="priya yadav" userId="355f86fe1ddc0f5d" providerId="LiveId" clId="{412C2972-1147-4A08-BE72-F8DDBA41C100}" dt="2026-07-23T03:46:34.997" v="864" actId="27636"/>
        <pc:sldMkLst>
          <pc:docMk/>
          <pc:sldMk cId="526972726" sldId="259"/>
        </pc:sldMkLst>
        <pc:spChg chg="mod">
          <ac:chgData name="priya yadav" userId="355f86fe1ddc0f5d" providerId="LiveId" clId="{412C2972-1147-4A08-BE72-F8DDBA41C100}" dt="2026-07-18T17:44:32.709" v="619" actId="2711"/>
          <ac:spMkLst>
            <pc:docMk/>
            <pc:sldMk cId="526972726" sldId="259"/>
            <ac:spMk id="2" creationId="{8B18A52B-0191-A53B-1393-053FA355C0D8}"/>
          </ac:spMkLst>
        </pc:spChg>
        <pc:spChg chg="mod">
          <ac:chgData name="priya yadav" userId="355f86fe1ddc0f5d" providerId="LiveId" clId="{412C2972-1147-4A08-BE72-F8DDBA41C100}" dt="2026-07-23T03:46:34.997" v="864" actId="27636"/>
          <ac:spMkLst>
            <pc:docMk/>
            <pc:sldMk cId="526972726" sldId="259"/>
            <ac:spMk id="3" creationId="{CC5B09CE-A249-4504-C400-38CDDA0F54F9}"/>
          </ac:spMkLst>
        </pc:spChg>
      </pc:sldChg>
      <pc:sldChg chg="delSp modSp mod">
        <pc:chgData name="priya yadav" userId="355f86fe1ddc0f5d" providerId="LiveId" clId="{412C2972-1147-4A08-BE72-F8DDBA41C100}" dt="2026-07-23T03:46:34.774" v="863"/>
        <pc:sldMkLst>
          <pc:docMk/>
          <pc:sldMk cId="1288728931" sldId="260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1288728931" sldId="260"/>
            <ac:spMk id="2" creationId="{0E9EC653-7359-F100-C4D5-ABC6821AF005}"/>
          </ac:spMkLst>
        </pc:spChg>
        <pc:spChg chg="del mod">
          <ac:chgData name="priya yadav" userId="355f86fe1ddc0f5d" providerId="LiveId" clId="{412C2972-1147-4A08-BE72-F8DDBA41C100}" dt="2026-07-23T03:45:59.881" v="861" actId="478"/>
          <ac:spMkLst>
            <pc:docMk/>
            <pc:sldMk cId="1288728931" sldId="260"/>
            <ac:spMk id="3" creationId="{EE42B7C4-900A-5781-7784-7BC3C5A8013D}"/>
          </ac:spMkLst>
        </pc:spChg>
      </pc:sldChg>
      <pc:sldChg chg="modSp mod">
        <pc:chgData name="priya yadav" userId="355f86fe1ddc0f5d" providerId="LiveId" clId="{412C2972-1147-4A08-BE72-F8DDBA41C100}" dt="2026-07-23T03:46:34.774" v="863"/>
        <pc:sldMkLst>
          <pc:docMk/>
          <pc:sldMk cId="2226747912" sldId="261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2226747912" sldId="261"/>
            <ac:spMk id="2" creationId="{8DED893D-45F2-3DE0-FE45-064538081929}"/>
          </ac:spMkLst>
        </pc:spChg>
        <pc:spChg chg="mod">
          <ac:chgData name="priya yadav" userId="355f86fe1ddc0f5d" providerId="LiveId" clId="{412C2972-1147-4A08-BE72-F8DDBA41C100}" dt="2026-07-23T03:43:03.457" v="823" actId="5793"/>
          <ac:spMkLst>
            <pc:docMk/>
            <pc:sldMk cId="2226747912" sldId="261"/>
            <ac:spMk id="3" creationId="{1D911DB8-828A-CBB1-320C-A6D3DC2C5787}"/>
          </ac:spMkLst>
        </pc:spChg>
      </pc:sldChg>
      <pc:sldChg chg="addSp delSp modSp mod">
        <pc:chgData name="priya yadav" userId="355f86fe1ddc0f5d" providerId="LiveId" clId="{412C2972-1147-4A08-BE72-F8DDBA41C100}" dt="2026-07-23T03:46:34.774" v="863"/>
        <pc:sldMkLst>
          <pc:docMk/>
          <pc:sldMk cId="118732926" sldId="262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118732926" sldId="262"/>
            <ac:spMk id="2" creationId="{57D244CC-A3EE-FF9D-92FA-DB047AC8A3C8}"/>
          </ac:spMkLst>
        </pc:spChg>
        <pc:picChg chg="add del mod">
          <ac:chgData name="priya yadav" userId="355f86fe1ddc0f5d" providerId="LiveId" clId="{412C2972-1147-4A08-BE72-F8DDBA41C100}" dt="2026-07-23T03:37:52.977" v="795" actId="478"/>
          <ac:picMkLst>
            <pc:docMk/>
            <pc:sldMk cId="118732926" sldId="262"/>
            <ac:picMk id="4" creationId="{2BFB2341-0819-3B4F-E988-39C02F9AAD2E}"/>
          </ac:picMkLst>
        </pc:picChg>
        <pc:picChg chg="add mod">
          <ac:chgData name="priya yadav" userId="355f86fe1ddc0f5d" providerId="LiveId" clId="{412C2972-1147-4A08-BE72-F8DDBA41C100}" dt="2026-07-23T03:38:05.577" v="799" actId="14100"/>
          <ac:picMkLst>
            <pc:docMk/>
            <pc:sldMk cId="118732926" sldId="262"/>
            <ac:picMk id="5" creationId="{A250FD5E-4AAB-97DE-0A88-8D486B542886}"/>
          </ac:picMkLst>
        </pc:picChg>
      </pc:sldChg>
      <pc:sldChg chg="modSp new mod">
        <pc:chgData name="priya yadav" userId="355f86fe1ddc0f5d" providerId="LiveId" clId="{412C2972-1147-4A08-BE72-F8DDBA41C100}" dt="2026-07-23T03:46:35.021" v="865" actId="27636"/>
        <pc:sldMkLst>
          <pc:docMk/>
          <pc:sldMk cId="711429411" sldId="263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711429411" sldId="263"/>
            <ac:spMk id="2" creationId="{9F4ADEC0-66BD-4A83-CFE5-DB17EEE922F1}"/>
          </ac:spMkLst>
        </pc:spChg>
        <pc:spChg chg="mod">
          <ac:chgData name="priya yadav" userId="355f86fe1ddc0f5d" providerId="LiveId" clId="{412C2972-1147-4A08-BE72-F8DDBA41C100}" dt="2026-07-23T03:46:35.021" v="865" actId="27636"/>
          <ac:spMkLst>
            <pc:docMk/>
            <pc:sldMk cId="711429411" sldId="263"/>
            <ac:spMk id="3" creationId="{C5307E17-5B16-5AF9-8C08-4661CCF73ED8}"/>
          </ac:spMkLst>
        </pc:spChg>
      </pc:sldChg>
      <pc:sldChg chg="addSp delSp modSp new mod">
        <pc:chgData name="priya yadav" userId="355f86fe1ddc0f5d" providerId="LiveId" clId="{412C2972-1147-4A08-BE72-F8DDBA41C100}" dt="2026-07-23T03:46:34.774" v="863"/>
        <pc:sldMkLst>
          <pc:docMk/>
          <pc:sldMk cId="3613455201" sldId="264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3613455201" sldId="264"/>
            <ac:spMk id="2" creationId="{43102E54-D2EF-6606-2B5B-C330D2720900}"/>
          </ac:spMkLst>
        </pc:spChg>
        <pc:spChg chg="del mod">
          <ac:chgData name="priya yadav" userId="355f86fe1ddc0f5d" providerId="LiveId" clId="{412C2972-1147-4A08-BE72-F8DDBA41C100}" dt="2026-07-23T03:45:41.730" v="856" actId="478"/>
          <ac:spMkLst>
            <pc:docMk/>
            <pc:sldMk cId="3613455201" sldId="264"/>
            <ac:spMk id="3" creationId="{B5688D99-DAC5-A898-E7A4-ACA7BD32C9E9}"/>
          </ac:spMkLst>
        </pc:spChg>
        <pc:spChg chg="add del mod">
          <ac:chgData name="priya yadav" userId="355f86fe1ddc0f5d" providerId="LiveId" clId="{412C2972-1147-4A08-BE72-F8DDBA41C100}" dt="2026-07-23T03:45:47.339" v="858" actId="478"/>
          <ac:spMkLst>
            <pc:docMk/>
            <pc:sldMk cId="3613455201" sldId="264"/>
            <ac:spMk id="5" creationId="{4D9C9E11-FA77-A949-0F62-5551A9999630}"/>
          </ac:spMkLst>
        </pc:spChg>
      </pc:sldChg>
      <pc:sldChg chg="modSp new mod">
        <pc:chgData name="priya yadav" userId="355f86fe1ddc0f5d" providerId="LiveId" clId="{412C2972-1147-4A08-BE72-F8DDBA41C100}" dt="2026-07-23T03:46:35.048" v="866" actId="27636"/>
        <pc:sldMkLst>
          <pc:docMk/>
          <pc:sldMk cId="2634436808" sldId="265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2634436808" sldId="265"/>
            <ac:spMk id="2" creationId="{9B7A6630-BD55-C149-0482-07B0FA760E6E}"/>
          </ac:spMkLst>
        </pc:spChg>
        <pc:spChg chg="mod">
          <ac:chgData name="priya yadav" userId="355f86fe1ddc0f5d" providerId="LiveId" clId="{412C2972-1147-4A08-BE72-F8DDBA41C100}" dt="2026-07-23T03:46:35.048" v="866" actId="27636"/>
          <ac:spMkLst>
            <pc:docMk/>
            <pc:sldMk cId="2634436808" sldId="265"/>
            <ac:spMk id="3" creationId="{B0D46B3A-C6C5-D550-1C32-9C6423031FDB}"/>
          </ac:spMkLst>
        </pc:spChg>
      </pc:sldChg>
      <pc:sldChg chg="addSp modSp new mod">
        <pc:chgData name="priya yadav" userId="355f86fe1ddc0f5d" providerId="LiveId" clId="{412C2972-1147-4A08-BE72-F8DDBA41C100}" dt="2026-07-23T03:46:35.054" v="867" actId="27636"/>
        <pc:sldMkLst>
          <pc:docMk/>
          <pc:sldMk cId="3476999839" sldId="266"/>
        </pc:sldMkLst>
        <pc:spChg chg="mod">
          <ac:chgData name="priya yadav" userId="355f86fe1ddc0f5d" providerId="LiveId" clId="{412C2972-1147-4A08-BE72-F8DDBA41C100}" dt="2026-07-23T03:46:35.054" v="867" actId="27636"/>
          <ac:spMkLst>
            <pc:docMk/>
            <pc:sldMk cId="3476999839" sldId="266"/>
            <ac:spMk id="2" creationId="{A69A0B94-A0CD-BB78-D940-74B07CC68CA7}"/>
          </ac:spMkLst>
        </pc:spChg>
        <pc:spChg chg="mod">
          <ac:chgData name="priya yadav" userId="355f86fe1ddc0f5d" providerId="LiveId" clId="{412C2972-1147-4A08-BE72-F8DDBA41C100}" dt="2026-07-23T03:46:34.774" v="863"/>
          <ac:spMkLst>
            <pc:docMk/>
            <pc:sldMk cId="3476999839" sldId="266"/>
            <ac:spMk id="3" creationId="{5C65DEBC-EDD4-4057-22C3-D882AC54E3C0}"/>
          </ac:spMkLst>
        </pc:spChg>
        <pc:picChg chg="add mod">
          <ac:chgData name="priya yadav" userId="355f86fe1ddc0f5d" providerId="LiveId" clId="{412C2972-1147-4A08-BE72-F8DDBA41C100}" dt="2026-07-18T17:30:52.452" v="399" actId="14100"/>
          <ac:picMkLst>
            <pc:docMk/>
            <pc:sldMk cId="3476999839" sldId="266"/>
            <ac:picMk id="5" creationId="{A0F3CE75-7E1A-85C3-532D-41F9D07CADA1}"/>
          </ac:picMkLst>
        </pc:picChg>
      </pc:sldChg>
      <pc:sldChg chg="modSp new mod">
        <pc:chgData name="priya yadav" userId="355f86fe1ddc0f5d" providerId="LiveId" clId="{412C2972-1147-4A08-BE72-F8DDBA41C100}" dt="2026-07-23T03:46:35.092" v="868" actId="27636"/>
        <pc:sldMkLst>
          <pc:docMk/>
          <pc:sldMk cId="3618769604" sldId="267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3618769604" sldId="267"/>
            <ac:spMk id="2" creationId="{AD0B9CF9-92C2-6BC9-5467-287ED35DE69D}"/>
          </ac:spMkLst>
        </pc:spChg>
        <pc:spChg chg="mod">
          <ac:chgData name="priya yadav" userId="355f86fe1ddc0f5d" providerId="LiveId" clId="{412C2972-1147-4A08-BE72-F8DDBA41C100}" dt="2026-07-23T03:46:35.092" v="868" actId="27636"/>
          <ac:spMkLst>
            <pc:docMk/>
            <pc:sldMk cId="3618769604" sldId="267"/>
            <ac:spMk id="3" creationId="{BF22C062-6BCA-BC38-AB9D-232EFBAD88B4}"/>
          </ac:spMkLst>
        </pc:spChg>
      </pc:sldChg>
      <pc:sldChg chg="delSp modSp new mod">
        <pc:chgData name="priya yadav" userId="355f86fe1ddc0f5d" providerId="LiveId" clId="{412C2972-1147-4A08-BE72-F8DDBA41C100}" dt="2026-07-23T03:46:34.774" v="863"/>
        <pc:sldMkLst>
          <pc:docMk/>
          <pc:sldMk cId="2084741734" sldId="268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2084741734" sldId="268"/>
            <ac:spMk id="2" creationId="{F341EA8A-167C-740E-4848-5A094926DCA1}"/>
          </ac:spMkLst>
        </pc:spChg>
        <pc:spChg chg="del mod">
          <ac:chgData name="priya yadav" userId="355f86fe1ddc0f5d" providerId="LiveId" clId="{412C2972-1147-4A08-BE72-F8DDBA41C100}" dt="2026-07-23T03:45:25.640" v="852" actId="478"/>
          <ac:spMkLst>
            <pc:docMk/>
            <pc:sldMk cId="2084741734" sldId="268"/>
            <ac:spMk id="3" creationId="{096A5315-3F9C-7A71-0781-C3C7635C050E}"/>
          </ac:spMkLst>
        </pc:spChg>
      </pc:sldChg>
      <pc:sldChg chg="modSp new mod">
        <pc:chgData name="priya yadav" userId="355f86fe1ddc0f5d" providerId="LiveId" clId="{412C2972-1147-4A08-BE72-F8DDBA41C100}" dt="2026-07-23T03:46:35.150" v="870" actId="27636"/>
        <pc:sldMkLst>
          <pc:docMk/>
          <pc:sldMk cId="3961269671" sldId="269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3961269671" sldId="269"/>
            <ac:spMk id="2" creationId="{363D821C-34D9-F6C9-48DB-5FC8535F4B49}"/>
          </ac:spMkLst>
        </pc:spChg>
        <pc:spChg chg="mod">
          <ac:chgData name="priya yadav" userId="355f86fe1ddc0f5d" providerId="LiveId" clId="{412C2972-1147-4A08-BE72-F8DDBA41C100}" dt="2026-07-23T03:46:35.150" v="870" actId="27636"/>
          <ac:spMkLst>
            <pc:docMk/>
            <pc:sldMk cId="3961269671" sldId="269"/>
            <ac:spMk id="3" creationId="{4CBAE225-36B1-3E00-8B73-4BAE797EE38B}"/>
          </ac:spMkLst>
        </pc:spChg>
      </pc:sldChg>
      <pc:sldChg chg="addSp delSp modSp new mod">
        <pc:chgData name="priya yadav" userId="355f86fe1ddc0f5d" providerId="LiveId" clId="{412C2972-1147-4A08-BE72-F8DDBA41C100}" dt="2026-07-23T03:46:34.774" v="863"/>
        <pc:sldMkLst>
          <pc:docMk/>
          <pc:sldMk cId="1106817348" sldId="270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1106817348" sldId="270"/>
            <ac:spMk id="2" creationId="{06D07353-DCBD-CA0D-94FC-CCA2DD4CCE39}"/>
          </ac:spMkLst>
        </pc:spChg>
        <pc:picChg chg="add del mod">
          <ac:chgData name="priya yadav" userId="355f86fe1ddc0f5d" providerId="LiveId" clId="{412C2972-1147-4A08-BE72-F8DDBA41C100}" dt="2026-07-23T03:38:34.621" v="800" actId="478"/>
          <ac:picMkLst>
            <pc:docMk/>
            <pc:sldMk cId="1106817348" sldId="270"/>
            <ac:picMk id="4" creationId="{44FBBC45-3BAC-D9B4-966F-EE0221C24C73}"/>
          </ac:picMkLst>
        </pc:picChg>
        <pc:picChg chg="add mod">
          <ac:chgData name="priya yadav" userId="355f86fe1ddc0f5d" providerId="LiveId" clId="{412C2972-1147-4A08-BE72-F8DDBA41C100}" dt="2026-07-23T03:45:06.261" v="848" actId="1036"/>
          <ac:picMkLst>
            <pc:docMk/>
            <pc:sldMk cId="1106817348" sldId="270"/>
            <ac:picMk id="5" creationId="{EF93C610-FD67-F096-8CC5-763379E06B57}"/>
          </ac:picMkLst>
        </pc:picChg>
      </pc:sldChg>
      <pc:sldChg chg="modSp new mod">
        <pc:chgData name="priya yadav" userId="355f86fe1ddc0f5d" providerId="LiveId" clId="{412C2972-1147-4A08-BE72-F8DDBA41C100}" dt="2026-07-23T03:46:35.171" v="871" actId="27636"/>
        <pc:sldMkLst>
          <pc:docMk/>
          <pc:sldMk cId="2538712348" sldId="271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2538712348" sldId="271"/>
            <ac:spMk id="2" creationId="{0851CA54-104F-C1D9-826B-6008844D91AD}"/>
          </ac:spMkLst>
        </pc:spChg>
        <pc:spChg chg="mod">
          <ac:chgData name="priya yadav" userId="355f86fe1ddc0f5d" providerId="LiveId" clId="{412C2972-1147-4A08-BE72-F8DDBA41C100}" dt="2026-07-23T03:46:35.171" v="871" actId="27636"/>
          <ac:spMkLst>
            <pc:docMk/>
            <pc:sldMk cId="2538712348" sldId="271"/>
            <ac:spMk id="3" creationId="{97B6DBD1-96D3-15D0-466A-2D66D43C9967}"/>
          </ac:spMkLst>
        </pc:spChg>
      </pc:sldChg>
      <pc:sldChg chg="addSp delSp modSp new mod">
        <pc:chgData name="priya yadav" userId="355f86fe1ddc0f5d" providerId="LiveId" clId="{412C2972-1147-4A08-BE72-F8DDBA41C100}" dt="2026-07-23T03:46:34.774" v="863"/>
        <pc:sldMkLst>
          <pc:docMk/>
          <pc:sldMk cId="1202135391" sldId="272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1202135391" sldId="272"/>
            <ac:spMk id="2" creationId="{333CF35C-5519-9C2E-21D7-94F072C385F1}"/>
          </ac:spMkLst>
        </pc:spChg>
        <pc:spChg chg="del mod">
          <ac:chgData name="priya yadav" userId="355f86fe1ddc0f5d" providerId="LiveId" clId="{412C2972-1147-4A08-BE72-F8DDBA41C100}" dt="2026-07-23T03:43:45.009" v="828" actId="478"/>
          <ac:spMkLst>
            <pc:docMk/>
            <pc:sldMk cId="1202135391" sldId="272"/>
            <ac:spMk id="3" creationId="{E4B2A50F-E8ED-1B71-356C-D724D49FF054}"/>
          </ac:spMkLst>
        </pc:spChg>
        <pc:spChg chg="add del mod">
          <ac:chgData name="priya yadav" userId="355f86fe1ddc0f5d" providerId="LiveId" clId="{412C2972-1147-4A08-BE72-F8DDBA41C100}" dt="2026-07-23T03:43:52.520" v="830" actId="478"/>
          <ac:spMkLst>
            <pc:docMk/>
            <pc:sldMk cId="1202135391" sldId="272"/>
            <ac:spMk id="5" creationId="{5BE0B966-86A3-0B86-FB79-3706F0D9CADE}"/>
          </ac:spMkLst>
        </pc:spChg>
      </pc:sldChg>
      <pc:sldChg chg="modSp new mod">
        <pc:chgData name="priya yadav" userId="355f86fe1ddc0f5d" providerId="LiveId" clId="{412C2972-1147-4A08-BE72-F8DDBA41C100}" dt="2026-07-23T03:46:35.122" v="869" actId="27636"/>
        <pc:sldMkLst>
          <pc:docMk/>
          <pc:sldMk cId="1343772686" sldId="274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1343772686" sldId="274"/>
            <ac:spMk id="2" creationId="{A052D0A2-68F6-9F65-358D-A9BE4B414C30}"/>
          </ac:spMkLst>
        </pc:spChg>
        <pc:spChg chg="mod">
          <ac:chgData name="priya yadav" userId="355f86fe1ddc0f5d" providerId="LiveId" clId="{412C2972-1147-4A08-BE72-F8DDBA41C100}" dt="2026-07-23T03:46:35.122" v="869" actId="27636"/>
          <ac:spMkLst>
            <pc:docMk/>
            <pc:sldMk cId="1343772686" sldId="274"/>
            <ac:spMk id="3" creationId="{8BB1A6B9-5BA6-06CE-A7EE-BFD5D46D3D5E}"/>
          </ac:spMkLst>
        </pc:spChg>
      </pc:sldChg>
      <pc:sldChg chg="addSp delSp modSp new mod">
        <pc:chgData name="priya yadav" userId="355f86fe1ddc0f5d" providerId="LiveId" clId="{412C2972-1147-4A08-BE72-F8DDBA41C100}" dt="2026-07-18T17:54:27.613" v="762" actId="14100"/>
        <pc:sldMkLst>
          <pc:docMk/>
          <pc:sldMk cId="1234660622" sldId="275"/>
        </pc:sldMkLst>
        <pc:spChg chg="mod">
          <ac:chgData name="priya yadav" userId="355f86fe1ddc0f5d" providerId="LiveId" clId="{412C2972-1147-4A08-BE72-F8DDBA41C100}" dt="2026-07-18T17:52:03.436" v="755" actId="27636"/>
          <ac:spMkLst>
            <pc:docMk/>
            <pc:sldMk cId="1234660622" sldId="275"/>
            <ac:spMk id="2" creationId="{FAE31797-C334-7169-820D-6803F1D21B4E}"/>
          </ac:spMkLst>
        </pc:spChg>
        <pc:picChg chg="add mod">
          <ac:chgData name="priya yadav" userId="355f86fe1ddc0f5d" providerId="LiveId" clId="{412C2972-1147-4A08-BE72-F8DDBA41C100}" dt="2026-07-18T17:54:27.613" v="762" actId="14100"/>
          <ac:picMkLst>
            <pc:docMk/>
            <pc:sldMk cId="1234660622" sldId="275"/>
            <ac:picMk id="5" creationId="{C2D34EE2-3953-4450-1E60-C459DDB81472}"/>
          </ac:picMkLst>
        </pc:picChg>
      </pc:sldChg>
      <pc:sldChg chg="modSp new mod">
        <pc:chgData name="priya yadav" userId="355f86fe1ddc0f5d" providerId="LiveId" clId="{412C2972-1147-4A08-BE72-F8DDBA41C100}" dt="2026-07-23T03:46:34.774" v="863"/>
        <pc:sldMkLst>
          <pc:docMk/>
          <pc:sldMk cId="954684660" sldId="276"/>
        </pc:sldMkLst>
        <pc:spChg chg="mod">
          <ac:chgData name="priya yadav" userId="355f86fe1ddc0f5d" providerId="LiveId" clId="{412C2972-1147-4A08-BE72-F8DDBA41C100}" dt="2026-07-23T03:46:34.774" v="863"/>
          <ac:spMkLst>
            <pc:docMk/>
            <pc:sldMk cId="954684660" sldId="276"/>
            <ac:spMk id="2" creationId="{7C64F4F2-CB3E-9BC5-43D0-4968004882B6}"/>
          </ac:spMkLst>
        </pc:spChg>
        <pc:spChg chg="mod">
          <ac:chgData name="priya yadav" userId="355f86fe1ddc0f5d" providerId="LiveId" clId="{412C2972-1147-4A08-BE72-F8DDBA41C100}" dt="2026-07-23T03:44:39.927" v="847" actId="14100"/>
          <ac:spMkLst>
            <pc:docMk/>
            <pc:sldMk cId="954684660" sldId="276"/>
            <ac:spMk id="3" creationId="{D075E8D3-8FF8-E76D-D9F1-EDD01B915250}"/>
          </ac:spMkLst>
        </pc:spChg>
      </pc:sldChg>
      <pc:sldChg chg="addSp modSp new mod">
        <pc:chgData name="priya yadav" userId="355f86fe1ddc0f5d" providerId="LiveId" clId="{412C2972-1147-4A08-BE72-F8DDBA41C100}" dt="2026-07-23T03:42:06.809" v="811" actId="14100"/>
        <pc:sldMkLst>
          <pc:docMk/>
          <pc:sldMk cId="586358492" sldId="277"/>
        </pc:sldMkLst>
        <pc:spChg chg="add mod">
          <ac:chgData name="priya yadav" userId="355f86fe1ddc0f5d" providerId="LiveId" clId="{412C2972-1147-4A08-BE72-F8DDBA41C100}" dt="2026-07-23T03:42:06.809" v="811" actId="14100"/>
          <ac:spMkLst>
            <pc:docMk/>
            <pc:sldMk cId="586358492" sldId="277"/>
            <ac:spMk id="3" creationId="{4A9069D1-4E77-5CA7-F157-62158774127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017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3973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850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9500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4416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53882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6271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9001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3136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8183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31672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846793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6708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84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12508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50859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0483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51FC713-0BD0-4E67-99B4-F2FDDCE837D7}" type="datetimeFigureOut">
              <a:rPr lang="en-IN" smtClean="0"/>
              <a:t>23-07-2026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2B1D73-CC5E-470E-B919-F6C029CFEF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76416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35A1F-5CB5-4E45-42F1-ADC0FBB19C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1161" y="1122363"/>
            <a:ext cx="11786716" cy="2387600"/>
          </a:xfrm>
        </p:spPr>
        <p:txBody>
          <a:bodyPr>
            <a:norm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diagram for an online library system</a:t>
            </a:r>
            <a:endParaRPr lang="en-IN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24E3E7-37AE-D27E-347E-B38E77838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0074" y="4471516"/>
            <a:ext cx="5777803" cy="1477108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Lakshmi priya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192524284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GUIDED BY : R.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kesavan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730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2CF83-10C6-4D62-B5B0-378D889CF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F2BEAA-E9C1-F7A3-E88B-1BD121AC2CFD}"/>
              </a:ext>
            </a:extLst>
          </p:cNvPr>
          <p:cNvSpPr txBox="1"/>
          <p:nvPr/>
        </p:nvSpPr>
        <p:spPr>
          <a:xfrm>
            <a:off x="130629" y="1690688"/>
            <a:ext cx="1165717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Online Library System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digital application used to manage library activities efficiently.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enables users to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search, borrow, reserve, and return books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online.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maintains records of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books, members, librarians, transactions, reservations, and fines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Entity-Relationship (ER) Diagram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graphical representation of the database structure. </a:t>
            </a:r>
            <a:b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identifies the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entities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their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attributes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the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relationships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between them.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ER diagram helps in designing a well-organized and efficient database.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reduces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redundancy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improves 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consistency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163877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33AB8-4616-D59B-B257-55103EAFE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7782" y="365126"/>
            <a:ext cx="7726017" cy="817632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 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Diagaram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7E8E98-093F-0404-035B-D377E9996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365" y="1371600"/>
            <a:ext cx="10565296" cy="4658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986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A52B-0191-A53B-1393-053FA355C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470" y="355185"/>
            <a:ext cx="10515600" cy="1325563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B09CE-A249-4504-C400-38CDDA0F5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ER diagram provides a clear and organized view of the Online Library System database.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shows the relationships between books, members, librarians, borrowing, reservations, and fines.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helps in designing an efficient and structured database.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minimizes data redundancy and maintains data consistency.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improves the accuracy of storing and retrieving library information.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supports smooth management of book borrowing and return processes.</a:t>
            </a:r>
          </a:p>
        </p:txBody>
      </p:sp>
    </p:spTree>
    <p:extLst>
      <p:ext uri="{BB962C8B-B14F-4D97-AF65-F5344CB8AC3E}">
        <p14:creationId xmlns:p14="http://schemas.microsoft.com/office/powerpoint/2010/main" val="526972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EC653-7359-F100-C4D5-ABC6821AF0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EER model demonstrating generalization and specialization with a university </a:t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8728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D893D-45F2-3DE0-FE45-064538081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11DB8-828A-CBB1-320C-A6D3DC2C5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019183" cy="4486275"/>
          </a:xfrm>
        </p:spPr>
        <p:txBody>
          <a:bodyPr>
            <a:no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Enhanced Entity-Relationship (EER) Model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extension of the ER model that represents more complex data relationships. 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introduces advanced concepts such as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generalization, specialization, inheritance, and categorization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Generalization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combines similar lower-level entities into a higher-level entity based on their common attributes.</a:t>
            </a: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Specialization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divides a higher-level entity into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lowerlevel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entities based on their unique characteristics.</a:t>
            </a:r>
          </a:p>
          <a:p>
            <a:pPr marL="0" indent="0">
              <a:buNone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6747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244CC-A3EE-FF9D-92FA-DB047AC8A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EER  diagram for university management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50FD5E-4AAB-97DE-0A88-8D486B542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270" y="1570383"/>
            <a:ext cx="10091529" cy="444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32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DEC0-66BD-4A83-CFE5-DB17EEE92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07E17-5B16-5AF9-8C08-4661CCF73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28513" cy="4351338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EER model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provides a more advanced and flexible database design than the basic ER model.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uses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generalization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represent real-world university entities effectively.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allows common attributes to be inherited by specialized entities, reducing data redundancy.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clearly distinguishes between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Students, Faculty, and Staff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while maintaining their relationship with 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entity.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model improves data organization, consistency, and accuracy. It simplifies database maintenance and future modifications.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supports efficient storage and retrieval of university information.</a:t>
            </a:r>
          </a:p>
        </p:txBody>
      </p:sp>
    </p:spTree>
    <p:extLst>
      <p:ext uri="{BB962C8B-B14F-4D97-AF65-F5344CB8AC3E}">
        <p14:creationId xmlns:p14="http://schemas.microsoft.com/office/powerpoint/2010/main" val="711429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02E54-D2EF-6606-2B5B-C330D27209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independentand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three –schema architecture</a:t>
            </a:r>
            <a:endParaRPr lang="en-IN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3455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A6630-BD55-C149-0482-07B0FA760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46B3A-C6C5-D550-1C32-9C6423031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ability to modify the database structure without affecting application programs.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 ensures that changes made at one level of the database do not impact other levels.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types of 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allows changes in physical storage without affecting the logical structure of the database.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allows changes in the logical structure without affecting user applications or external views.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Three-Schema Architecture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database design framework that separates the database into three levels.</a:t>
            </a:r>
          </a:p>
        </p:txBody>
      </p:sp>
    </p:spTree>
    <p:extLst>
      <p:ext uri="{BB962C8B-B14F-4D97-AF65-F5344CB8AC3E}">
        <p14:creationId xmlns:p14="http://schemas.microsoft.com/office/powerpoint/2010/main" val="2634436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A0B94-A0CD-BB78-D940-74B07CC68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8723"/>
            <a:ext cx="9144000" cy="1489050"/>
          </a:xfrm>
        </p:spPr>
        <p:txBody>
          <a:bodyPr>
            <a:normAutofit fontScale="90000"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independence in </a:t>
            </a:r>
            <a:r>
              <a:rPr lang="en-US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dbms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–three schema architecture</a:t>
            </a:r>
            <a:endParaRPr lang="en-IN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65DEBC-EDD4-4057-22C3-D882AC54E3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F3CE75-7E1A-85C3-532D-41F9D07CA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730" y="1858617"/>
            <a:ext cx="10455966" cy="47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999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B9CF9-92C2-6BC9-5467-287ED35D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2C062-6BCA-BC38-AB9D-232EFBAD8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17965" cy="4351338"/>
          </a:xfrm>
        </p:spPr>
        <p:txBody>
          <a:bodyPr>
            <a:norm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ability to modify the database structure without affecting application programs.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ensures that changes made at one level of the database do not impact other levels.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There are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types of 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allows changes in physical storage without affecting the logical structure of the database.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Data Independence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allows changes in the logical structure without affecting user applications or external views.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Three-Schema Architecture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database design framework that separates the database into three levels.</a:t>
            </a:r>
          </a:p>
        </p:txBody>
      </p:sp>
    </p:spTree>
    <p:extLst>
      <p:ext uri="{BB962C8B-B14F-4D97-AF65-F5344CB8AC3E}">
        <p14:creationId xmlns:p14="http://schemas.microsoft.com/office/powerpoint/2010/main" val="36187696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CF35C-5519-9C2E-21D7-94F072C385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components of a </a:t>
            </a:r>
            <a:r>
              <a:rPr lang="en-US" sz="5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dbms</a:t>
            </a:r>
            <a:endParaRPr lang="en-IN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135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2D0A2-68F6-9F65-358D-A9BE4B41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A6B9-5BA6-06CE-A7EE-BFD5D46D3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Management System (DBMS)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software used to create, store, retrieve, and manage data efficiently.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DBMS consists of several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components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work together to manage database operations.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These components help users interact with the database securely and efficiently. 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 Processor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interprets and executes SQL queries submitted by users.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Manager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manages the storage, retrieval, and updating of data in the database.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Engine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processes requests and ensures smooth execution of database operations.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 Manager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data consistency and handles concurrent transactions. 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Recovery Manager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restores the database after system failures and ensures data reliability.</a:t>
            </a:r>
          </a:p>
        </p:txBody>
      </p:sp>
    </p:spTree>
    <p:extLst>
      <p:ext uri="{BB962C8B-B14F-4D97-AF65-F5344CB8AC3E}">
        <p14:creationId xmlns:p14="http://schemas.microsoft.com/office/powerpoint/2010/main" val="13437726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31797-C334-7169-820D-6803F1D21B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289774" cy="964854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components of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dbms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D34EE2-3953-4450-1E60-C459DDB814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574234"/>
            <a:ext cx="8388626" cy="368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660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4F4F2-CB3E-9BC5-43D0-49680048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5E8D3-8FF8-E76D-D9F1-EDD01B915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8513" cy="4505601"/>
          </a:xfrm>
        </p:spPr>
        <p:txBody>
          <a:bodyPr>
            <a:no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software components of a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DBMS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 together to manage database operations efficiently.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component performs a specific function, such as query processing, storage management, transaction control, and recovery.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These components ensure accurate storage, retrieval, and updating of data. The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 Manager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data consistency and supports concurrent access.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Recovery Manager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protects data and restores the database after failures. The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Manager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ensures that only authorized users can access the database.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combined operation of these components improves database performance and reliability. 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54684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1EA8A-167C-740E-4848-5A094926DC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strong and weak entities</a:t>
            </a:r>
            <a:endParaRPr lang="en-IN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4741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D821C-34D9-F6C9-48DB-5FC8535F4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AE225-36B1-3E00-8B73-4BAE797EE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and Weak Entities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important concepts in the Entity-Relationship (ER) model used in database design.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Entity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entity that has its own primary key and can exist independently.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Weak Entity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entity that does not have a primary key of its own and depends on a strong entity for its identification.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Strong entities are represented by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rectangle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an ER diagram.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Weak entities are represented by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rectangle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an ER diagram.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weak entity is identified using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 key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along with the primary key of its related strong entity.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relationship between a strong entity and a weak entity is called an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identifying relationship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represented by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diamond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entities can exist independently, whereas weak entities cannot exist without their corresponding strong entity.</a:t>
            </a:r>
          </a:p>
        </p:txBody>
      </p:sp>
    </p:spTree>
    <p:extLst>
      <p:ext uri="{BB962C8B-B14F-4D97-AF65-F5344CB8AC3E}">
        <p14:creationId xmlns:p14="http://schemas.microsoft.com/office/powerpoint/2010/main" val="39612696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07353-DCBD-CA0D-94FC-CCA2DD4CC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strong and weak entities in ER modeling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93C610-FD67-F096-8CC5-763379E06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798982"/>
            <a:ext cx="10919791" cy="487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817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CA54-104F-C1D9-826B-6008844D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6DBD1-96D3-15D0-466A-2D66D43C9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entities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have their own primary key and can exist independently.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Weak entities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depend on strong entities for their identification and existence.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entities are identified by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rectangle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while weak entities are represented by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rectangle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an ER diagram.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Weak entities use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partial key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together with the primary key of the related strong entity.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identifying relationship ensures a proper connection between strong and weak entities.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Understanding the differences between strong and weak entities improves database design. It helps maintain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integrity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reduces redundancy.</a:t>
            </a:r>
          </a:p>
        </p:txBody>
      </p:sp>
    </p:spTree>
    <p:extLst>
      <p:ext uri="{BB962C8B-B14F-4D97-AF65-F5344CB8AC3E}">
        <p14:creationId xmlns:p14="http://schemas.microsoft.com/office/powerpoint/2010/main" val="2538712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9069D1-4E77-5CA7-F157-621587741273}"/>
              </a:ext>
            </a:extLst>
          </p:cNvPr>
          <p:cNvSpPr txBox="1"/>
          <p:nvPr/>
        </p:nvSpPr>
        <p:spPr>
          <a:xfrm>
            <a:off x="2971800" y="2315818"/>
            <a:ext cx="61746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5863584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129</TotalTime>
  <Words>1096</Words>
  <Application>Microsoft Office PowerPoint</Application>
  <PresentationFormat>Widescreen</PresentationFormat>
  <Paragraphs>89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Century Gothic</vt:lpstr>
      <vt:lpstr>Times New Roman</vt:lpstr>
      <vt:lpstr>Wingdings 3</vt:lpstr>
      <vt:lpstr>Ion</vt:lpstr>
      <vt:lpstr>ER diagram for an online library system</vt:lpstr>
      <vt:lpstr>Introduction </vt:lpstr>
      <vt:lpstr>ER   Diagaram</vt:lpstr>
      <vt:lpstr>Conclusion </vt:lpstr>
      <vt:lpstr>EER model demonstrating generalization and specialization with a university </vt:lpstr>
      <vt:lpstr>introduction</vt:lpstr>
      <vt:lpstr>EER  diagram for university management</vt:lpstr>
      <vt:lpstr>conclusion</vt:lpstr>
      <vt:lpstr>Data independentand three –schema architecture</vt:lpstr>
      <vt:lpstr>Introduction </vt:lpstr>
      <vt:lpstr>Data independence in dbms –three schema architecture</vt:lpstr>
      <vt:lpstr>Conclusion </vt:lpstr>
      <vt:lpstr>Software components of a dbms</vt:lpstr>
      <vt:lpstr>introduction</vt:lpstr>
      <vt:lpstr>Software components of dbms</vt:lpstr>
      <vt:lpstr>conclusion</vt:lpstr>
      <vt:lpstr>Comparison of strong and weak entities</vt:lpstr>
      <vt:lpstr>Introduction </vt:lpstr>
      <vt:lpstr>Comparison of strong and weak entities in ER modeling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priya yadav</dc:creator>
  <cp:lastModifiedBy>priya yadav</cp:lastModifiedBy>
  <cp:revision>1</cp:revision>
  <dcterms:created xsi:type="dcterms:W3CDTF">2026-07-18T16:04:21Z</dcterms:created>
  <dcterms:modified xsi:type="dcterms:W3CDTF">2026-07-23T03:48:58Z</dcterms:modified>
</cp:coreProperties>
</file>