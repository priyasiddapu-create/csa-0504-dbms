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4" r:id="rId15"/>
    <p:sldId id="275" r:id="rId16"/>
    <p:sldId id="276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34CAF-8220-4C89-8D35-C695D59F5AE7}" v="8" dt="2026-07-18T17:56:57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yadav" userId="355f86fe1ddc0f5d" providerId="LiveId" clId="{412C2972-1147-4A08-BE72-F8DDBA41C100}"/>
    <pc:docChg chg="custSel addSld delSld modSld">
      <pc:chgData name="priya yadav" userId="355f86fe1ddc0f5d" providerId="LiveId" clId="{412C2972-1147-4A08-BE72-F8DDBA41C100}" dt="2026-07-18T17:57:40.484" v="788" actId="2711"/>
      <pc:docMkLst>
        <pc:docMk/>
      </pc:docMkLst>
      <pc:sldChg chg="modSp mod">
        <pc:chgData name="priya yadav" userId="355f86fe1ddc0f5d" providerId="LiveId" clId="{412C2972-1147-4A08-BE72-F8DDBA41C100}" dt="2026-07-18T17:44:53.033" v="620" actId="255"/>
        <pc:sldMkLst>
          <pc:docMk/>
          <pc:sldMk cId="2572730620" sldId="256"/>
        </pc:sldMkLst>
        <pc:spChg chg="mod">
          <ac:chgData name="priya yadav" userId="355f86fe1ddc0f5d" providerId="LiveId" clId="{412C2972-1147-4A08-BE72-F8DDBA41C100}" dt="2026-07-18T17:44:53.033" v="620" actId="255"/>
          <ac:spMkLst>
            <pc:docMk/>
            <pc:sldMk cId="2572730620" sldId="256"/>
            <ac:spMk id="2" creationId="{B1535A1F-5CB5-4E45-42F1-ADC0FBB19CDB}"/>
          </ac:spMkLst>
        </pc:spChg>
      </pc:sldChg>
      <pc:sldChg chg="modSp mod">
        <pc:chgData name="priya yadav" userId="355f86fe1ddc0f5d" providerId="LiveId" clId="{412C2972-1147-4A08-BE72-F8DDBA41C100}" dt="2026-07-18T17:44:32.709" v="619" actId="2711"/>
        <pc:sldMkLst>
          <pc:docMk/>
          <pc:sldMk cId="526972726" sldId="259"/>
        </pc:sldMkLst>
        <pc:spChg chg="mod">
          <ac:chgData name="priya yadav" userId="355f86fe1ddc0f5d" providerId="LiveId" clId="{412C2972-1147-4A08-BE72-F8DDBA41C100}" dt="2026-07-18T17:44:32.709" v="619" actId="2711"/>
          <ac:spMkLst>
            <pc:docMk/>
            <pc:sldMk cId="526972726" sldId="259"/>
            <ac:spMk id="2" creationId="{8B18A52B-0191-A53B-1393-053FA355C0D8}"/>
          </ac:spMkLst>
        </pc:spChg>
      </pc:sldChg>
      <pc:sldChg chg="addSp modSp mod">
        <pc:chgData name="priya yadav" userId="355f86fe1ddc0f5d" providerId="LiveId" clId="{412C2972-1147-4A08-BE72-F8DDBA41C100}" dt="2026-07-18T17:20:15.414" v="53" actId="1076"/>
        <pc:sldMkLst>
          <pc:docMk/>
          <pc:sldMk cId="118732926" sldId="262"/>
        </pc:sldMkLst>
        <pc:spChg chg="mod">
          <ac:chgData name="priya yadav" userId="355f86fe1ddc0f5d" providerId="LiveId" clId="{412C2972-1147-4A08-BE72-F8DDBA41C100}" dt="2026-07-18T17:19:57.730" v="47" actId="20577"/>
          <ac:spMkLst>
            <pc:docMk/>
            <pc:sldMk cId="118732926" sldId="262"/>
            <ac:spMk id="2" creationId="{57D244CC-A3EE-FF9D-92FA-DB047AC8A3C8}"/>
          </ac:spMkLst>
        </pc:spChg>
        <pc:picChg chg="add mod">
          <ac:chgData name="priya yadav" userId="355f86fe1ddc0f5d" providerId="LiveId" clId="{412C2972-1147-4A08-BE72-F8DDBA41C100}" dt="2026-07-18T17:20:15.414" v="53" actId="1076"/>
          <ac:picMkLst>
            <pc:docMk/>
            <pc:sldMk cId="118732926" sldId="262"/>
            <ac:picMk id="4" creationId="{2BFB2341-0819-3B4F-E988-39C02F9AAD2E}"/>
          </ac:picMkLst>
        </pc:picChg>
      </pc:sldChg>
      <pc:sldChg chg="modSp new mod">
        <pc:chgData name="priya yadav" userId="355f86fe1ddc0f5d" providerId="LiveId" clId="{412C2972-1147-4A08-BE72-F8DDBA41C100}" dt="2026-07-18T17:43:56.706" v="617" actId="2711"/>
        <pc:sldMkLst>
          <pc:docMk/>
          <pc:sldMk cId="711429411" sldId="263"/>
        </pc:sldMkLst>
        <pc:spChg chg="mod">
          <ac:chgData name="priya yadav" userId="355f86fe1ddc0f5d" providerId="LiveId" clId="{412C2972-1147-4A08-BE72-F8DDBA41C100}" dt="2026-07-18T17:43:56.706" v="617" actId="2711"/>
          <ac:spMkLst>
            <pc:docMk/>
            <pc:sldMk cId="711429411" sldId="263"/>
            <ac:spMk id="2" creationId="{9F4ADEC0-66BD-4A83-CFE5-DB17EEE922F1}"/>
          </ac:spMkLst>
        </pc:spChg>
        <pc:spChg chg="mod">
          <ac:chgData name="priya yadav" userId="355f86fe1ddc0f5d" providerId="LiveId" clId="{412C2972-1147-4A08-BE72-F8DDBA41C100}" dt="2026-07-18T17:43:51.475" v="616" actId="2711"/>
          <ac:spMkLst>
            <pc:docMk/>
            <pc:sldMk cId="711429411" sldId="263"/>
            <ac:spMk id="3" creationId="{C5307E17-5B16-5AF9-8C08-4661CCF73ED8}"/>
          </ac:spMkLst>
        </pc:spChg>
      </pc:sldChg>
      <pc:sldChg chg="modSp new del mod">
        <pc:chgData name="priya yadav" userId="355f86fe1ddc0f5d" providerId="LiveId" clId="{412C2972-1147-4A08-BE72-F8DDBA41C100}" dt="2026-07-18T17:23:57.524" v="218" actId="47"/>
        <pc:sldMkLst>
          <pc:docMk/>
          <pc:sldMk cId="824237457" sldId="264"/>
        </pc:sldMkLst>
        <pc:spChg chg="mod">
          <ac:chgData name="priya yadav" userId="355f86fe1ddc0f5d" providerId="LiveId" clId="{412C2972-1147-4A08-BE72-F8DDBA41C100}" dt="2026-07-18T17:23:52.480" v="217" actId="27636"/>
          <ac:spMkLst>
            <pc:docMk/>
            <pc:sldMk cId="824237457" sldId="264"/>
            <ac:spMk id="2" creationId="{95CCEA38-F864-EF72-49AF-3920232C5CA4}"/>
          </ac:spMkLst>
        </pc:spChg>
      </pc:sldChg>
      <pc:sldChg chg="modSp new del mod">
        <pc:chgData name="priya yadav" userId="355f86fe1ddc0f5d" providerId="LiveId" clId="{412C2972-1147-4A08-BE72-F8DDBA41C100}" dt="2026-07-18T17:23:11.232" v="157" actId="47"/>
        <pc:sldMkLst>
          <pc:docMk/>
          <pc:sldMk cId="1842484281" sldId="264"/>
        </pc:sldMkLst>
        <pc:spChg chg="mod">
          <ac:chgData name="priya yadav" userId="355f86fe1ddc0f5d" providerId="LiveId" clId="{412C2972-1147-4A08-BE72-F8DDBA41C100}" dt="2026-07-18T17:22:01.981" v="130" actId="20577"/>
          <ac:spMkLst>
            <pc:docMk/>
            <pc:sldMk cId="1842484281" sldId="264"/>
            <ac:spMk id="2" creationId="{EE75DF98-0FAE-BF22-D70D-9F5CAEA74CD4}"/>
          </ac:spMkLst>
        </pc:spChg>
        <pc:spChg chg="mod">
          <ac:chgData name="priya yadav" userId="355f86fe1ddc0f5d" providerId="LiveId" clId="{412C2972-1147-4A08-BE72-F8DDBA41C100}" dt="2026-07-18T17:23:07.345" v="156" actId="20577"/>
          <ac:spMkLst>
            <pc:docMk/>
            <pc:sldMk cId="1842484281" sldId="264"/>
            <ac:spMk id="3" creationId="{25C7CE1E-7895-53A6-8848-145793E81DD2}"/>
          </ac:spMkLst>
        </pc:spChg>
      </pc:sldChg>
      <pc:sldChg chg="modSp new mod">
        <pc:chgData name="priya yadav" userId="355f86fe1ddc0f5d" providerId="LiveId" clId="{412C2972-1147-4A08-BE72-F8DDBA41C100}" dt="2026-07-18T17:25:07.194" v="302" actId="255"/>
        <pc:sldMkLst>
          <pc:docMk/>
          <pc:sldMk cId="3613455201" sldId="264"/>
        </pc:sldMkLst>
        <pc:spChg chg="mod">
          <ac:chgData name="priya yadav" userId="355f86fe1ddc0f5d" providerId="LiveId" clId="{412C2972-1147-4A08-BE72-F8DDBA41C100}" dt="2026-07-18T17:25:07.194" v="302" actId="255"/>
          <ac:spMkLst>
            <pc:docMk/>
            <pc:sldMk cId="3613455201" sldId="264"/>
            <ac:spMk id="2" creationId="{43102E54-D2EF-6606-2B5B-C330D2720900}"/>
          </ac:spMkLst>
        </pc:spChg>
        <pc:spChg chg="mod">
          <ac:chgData name="priya yadav" userId="355f86fe1ddc0f5d" providerId="LiveId" clId="{412C2972-1147-4A08-BE72-F8DDBA41C100}" dt="2026-07-18T17:24:57.510" v="301" actId="1076"/>
          <ac:spMkLst>
            <pc:docMk/>
            <pc:sldMk cId="3613455201" sldId="264"/>
            <ac:spMk id="3" creationId="{B5688D99-DAC5-A898-E7A4-ACA7BD32C9E9}"/>
          </ac:spMkLst>
        </pc:spChg>
      </pc:sldChg>
      <pc:sldChg chg="modSp new mod">
        <pc:chgData name="priya yadav" userId="355f86fe1ddc0f5d" providerId="LiveId" clId="{412C2972-1147-4A08-BE72-F8DDBA41C100}" dt="2026-07-18T17:43:35.694" v="615" actId="2711"/>
        <pc:sldMkLst>
          <pc:docMk/>
          <pc:sldMk cId="2634436808" sldId="265"/>
        </pc:sldMkLst>
        <pc:spChg chg="mod">
          <ac:chgData name="priya yadav" userId="355f86fe1ddc0f5d" providerId="LiveId" clId="{412C2972-1147-4A08-BE72-F8DDBA41C100}" dt="2026-07-18T17:25:25.920" v="318" actId="2711"/>
          <ac:spMkLst>
            <pc:docMk/>
            <pc:sldMk cId="2634436808" sldId="265"/>
            <ac:spMk id="2" creationId="{9B7A6630-BD55-C149-0482-07B0FA760E6E}"/>
          </ac:spMkLst>
        </pc:spChg>
        <pc:spChg chg="mod">
          <ac:chgData name="priya yadav" userId="355f86fe1ddc0f5d" providerId="LiveId" clId="{412C2972-1147-4A08-BE72-F8DDBA41C100}" dt="2026-07-18T17:43:35.694" v="615" actId="2711"/>
          <ac:spMkLst>
            <pc:docMk/>
            <pc:sldMk cId="2634436808" sldId="265"/>
            <ac:spMk id="3" creationId="{B0D46B3A-C6C5-D550-1C32-9C6423031FDB}"/>
          </ac:spMkLst>
        </pc:spChg>
      </pc:sldChg>
      <pc:sldChg chg="addSp modSp new mod">
        <pc:chgData name="priya yadav" userId="355f86fe1ddc0f5d" providerId="LiveId" clId="{412C2972-1147-4A08-BE72-F8DDBA41C100}" dt="2026-07-18T17:30:52.452" v="399" actId="14100"/>
        <pc:sldMkLst>
          <pc:docMk/>
          <pc:sldMk cId="3476999839" sldId="266"/>
        </pc:sldMkLst>
        <pc:spChg chg="mod">
          <ac:chgData name="priya yadav" userId="355f86fe1ddc0f5d" providerId="LiveId" clId="{412C2972-1147-4A08-BE72-F8DDBA41C100}" dt="2026-07-18T17:30:21.933" v="393" actId="14100"/>
          <ac:spMkLst>
            <pc:docMk/>
            <pc:sldMk cId="3476999839" sldId="266"/>
            <ac:spMk id="2" creationId="{A69A0B94-A0CD-BB78-D940-74B07CC68CA7}"/>
          </ac:spMkLst>
        </pc:spChg>
        <pc:picChg chg="add mod">
          <ac:chgData name="priya yadav" userId="355f86fe1ddc0f5d" providerId="LiveId" clId="{412C2972-1147-4A08-BE72-F8DDBA41C100}" dt="2026-07-18T17:30:52.452" v="399" actId="14100"/>
          <ac:picMkLst>
            <pc:docMk/>
            <pc:sldMk cId="3476999839" sldId="266"/>
            <ac:picMk id="5" creationId="{A0F3CE75-7E1A-85C3-532D-41F9D07CADA1}"/>
          </ac:picMkLst>
        </pc:picChg>
      </pc:sldChg>
      <pc:sldChg chg="modSp new mod">
        <pc:chgData name="priya yadav" userId="355f86fe1ddc0f5d" providerId="LiveId" clId="{412C2972-1147-4A08-BE72-F8DDBA41C100}" dt="2026-07-18T17:43:23.164" v="614" actId="2711"/>
        <pc:sldMkLst>
          <pc:docMk/>
          <pc:sldMk cId="3618769604" sldId="267"/>
        </pc:sldMkLst>
        <pc:spChg chg="mod">
          <ac:chgData name="priya yadav" userId="355f86fe1ddc0f5d" providerId="LiveId" clId="{412C2972-1147-4A08-BE72-F8DDBA41C100}" dt="2026-07-18T17:43:23.164" v="614" actId="2711"/>
          <ac:spMkLst>
            <pc:docMk/>
            <pc:sldMk cId="3618769604" sldId="267"/>
            <ac:spMk id="2" creationId="{AD0B9CF9-92C2-6BC9-5467-287ED35DE69D}"/>
          </ac:spMkLst>
        </pc:spChg>
        <pc:spChg chg="mod">
          <ac:chgData name="priya yadav" userId="355f86fe1ddc0f5d" providerId="LiveId" clId="{412C2972-1147-4A08-BE72-F8DDBA41C100}" dt="2026-07-18T17:43:17.848" v="613" actId="2711"/>
          <ac:spMkLst>
            <pc:docMk/>
            <pc:sldMk cId="3618769604" sldId="267"/>
            <ac:spMk id="3" creationId="{BF22C062-6BCA-BC38-AB9D-232EFBAD88B4}"/>
          </ac:spMkLst>
        </pc:spChg>
      </pc:sldChg>
      <pc:sldChg chg="modSp new mod">
        <pc:chgData name="priya yadav" userId="355f86fe1ddc0f5d" providerId="LiveId" clId="{412C2972-1147-4A08-BE72-F8DDBA41C100}" dt="2026-07-18T17:36:16.462" v="500" actId="14100"/>
        <pc:sldMkLst>
          <pc:docMk/>
          <pc:sldMk cId="2084741734" sldId="268"/>
        </pc:sldMkLst>
        <pc:spChg chg="mod">
          <ac:chgData name="priya yadav" userId="355f86fe1ddc0f5d" providerId="LiveId" clId="{412C2972-1147-4A08-BE72-F8DDBA41C100}" dt="2026-07-18T17:35:59.297" v="471" actId="255"/>
          <ac:spMkLst>
            <pc:docMk/>
            <pc:sldMk cId="2084741734" sldId="268"/>
            <ac:spMk id="2" creationId="{F341EA8A-167C-740E-4848-5A094926DCA1}"/>
          </ac:spMkLst>
        </pc:spChg>
        <pc:spChg chg="mod">
          <ac:chgData name="priya yadav" userId="355f86fe1ddc0f5d" providerId="LiveId" clId="{412C2972-1147-4A08-BE72-F8DDBA41C100}" dt="2026-07-18T17:36:16.462" v="500" actId="14100"/>
          <ac:spMkLst>
            <pc:docMk/>
            <pc:sldMk cId="2084741734" sldId="268"/>
            <ac:spMk id="3" creationId="{096A5315-3F9C-7A71-0781-C3C7635C050E}"/>
          </ac:spMkLst>
        </pc:spChg>
      </pc:sldChg>
      <pc:sldChg chg="modSp new mod">
        <pc:chgData name="priya yadav" userId="355f86fe1ddc0f5d" providerId="LiveId" clId="{412C2972-1147-4A08-BE72-F8DDBA41C100}" dt="2026-07-18T17:43:00.765" v="611" actId="2711"/>
        <pc:sldMkLst>
          <pc:docMk/>
          <pc:sldMk cId="3961269671" sldId="269"/>
        </pc:sldMkLst>
        <pc:spChg chg="mod">
          <ac:chgData name="priya yadav" userId="355f86fe1ddc0f5d" providerId="LiveId" clId="{412C2972-1147-4A08-BE72-F8DDBA41C100}" dt="2026-07-18T17:42:53.281" v="610" actId="2711"/>
          <ac:spMkLst>
            <pc:docMk/>
            <pc:sldMk cId="3961269671" sldId="269"/>
            <ac:spMk id="2" creationId="{363D821C-34D9-F6C9-48DB-5FC8535F4B49}"/>
          </ac:spMkLst>
        </pc:spChg>
        <pc:spChg chg="mod">
          <ac:chgData name="priya yadav" userId="355f86fe1ddc0f5d" providerId="LiveId" clId="{412C2972-1147-4A08-BE72-F8DDBA41C100}" dt="2026-07-18T17:43:00.765" v="611" actId="2711"/>
          <ac:spMkLst>
            <pc:docMk/>
            <pc:sldMk cId="3961269671" sldId="269"/>
            <ac:spMk id="3" creationId="{4CBAE225-36B1-3E00-8B73-4BAE797EE38B}"/>
          </ac:spMkLst>
        </pc:spChg>
      </pc:sldChg>
      <pc:sldChg chg="addSp modSp new mod">
        <pc:chgData name="priya yadav" userId="355f86fe1ddc0f5d" providerId="LiveId" clId="{412C2972-1147-4A08-BE72-F8DDBA41C100}" dt="2026-07-18T17:42:46.782" v="609" actId="2711"/>
        <pc:sldMkLst>
          <pc:docMk/>
          <pc:sldMk cId="1106817348" sldId="270"/>
        </pc:sldMkLst>
        <pc:spChg chg="mod">
          <ac:chgData name="priya yadav" userId="355f86fe1ddc0f5d" providerId="LiveId" clId="{412C2972-1147-4A08-BE72-F8DDBA41C100}" dt="2026-07-18T17:42:46.782" v="609" actId="2711"/>
          <ac:spMkLst>
            <pc:docMk/>
            <pc:sldMk cId="1106817348" sldId="270"/>
            <ac:spMk id="2" creationId="{06D07353-DCBD-CA0D-94FC-CCA2DD4CCE39}"/>
          </ac:spMkLst>
        </pc:spChg>
        <pc:picChg chg="add mod">
          <ac:chgData name="priya yadav" userId="355f86fe1ddc0f5d" providerId="LiveId" clId="{412C2972-1147-4A08-BE72-F8DDBA41C100}" dt="2026-07-18T17:41:33.819" v="587" actId="14100"/>
          <ac:picMkLst>
            <pc:docMk/>
            <pc:sldMk cId="1106817348" sldId="270"/>
            <ac:picMk id="4" creationId="{44FBBC45-3BAC-D9B4-966F-EE0221C24C73}"/>
          </ac:picMkLst>
        </pc:picChg>
      </pc:sldChg>
      <pc:sldChg chg="modSp new mod">
        <pc:chgData name="priya yadav" userId="355f86fe1ddc0f5d" providerId="LiveId" clId="{412C2972-1147-4A08-BE72-F8DDBA41C100}" dt="2026-07-18T17:42:39.950" v="608" actId="2711"/>
        <pc:sldMkLst>
          <pc:docMk/>
          <pc:sldMk cId="2538712348" sldId="271"/>
        </pc:sldMkLst>
        <pc:spChg chg="mod">
          <ac:chgData name="priya yadav" userId="355f86fe1ddc0f5d" providerId="LiveId" clId="{412C2972-1147-4A08-BE72-F8DDBA41C100}" dt="2026-07-18T17:42:39.950" v="608" actId="2711"/>
          <ac:spMkLst>
            <pc:docMk/>
            <pc:sldMk cId="2538712348" sldId="271"/>
            <ac:spMk id="2" creationId="{0851CA54-104F-C1D9-826B-6008844D91AD}"/>
          </ac:spMkLst>
        </pc:spChg>
        <pc:spChg chg="mod">
          <ac:chgData name="priya yadav" userId="355f86fe1ddc0f5d" providerId="LiveId" clId="{412C2972-1147-4A08-BE72-F8DDBA41C100}" dt="2026-07-18T17:42:34.336" v="607" actId="27636"/>
          <ac:spMkLst>
            <pc:docMk/>
            <pc:sldMk cId="2538712348" sldId="271"/>
            <ac:spMk id="3" creationId="{97B6DBD1-96D3-15D0-466A-2D66D43C9967}"/>
          </ac:spMkLst>
        </pc:spChg>
      </pc:sldChg>
      <pc:sldChg chg="modSp new mod">
        <pc:chgData name="priya yadav" userId="355f86fe1ddc0f5d" providerId="LiveId" clId="{412C2972-1147-4A08-BE72-F8DDBA41C100}" dt="2026-07-18T17:47:01.392" v="688" actId="27636"/>
        <pc:sldMkLst>
          <pc:docMk/>
          <pc:sldMk cId="1202135391" sldId="272"/>
        </pc:sldMkLst>
        <pc:spChg chg="mod">
          <ac:chgData name="priya yadav" userId="355f86fe1ddc0f5d" providerId="LiveId" clId="{412C2972-1147-4A08-BE72-F8DDBA41C100}" dt="2026-07-18T17:46:41.312" v="657" actId="255"/>
          <ac:spMkLst>
            <pc:docMk/>
            <pc:sldMk cId="1202135391" sldId="272"/>
            <ac:spMk id="2" creationId="{333CF35C-5519-9C2E-21D7-94F072C385F1}"/>
          </ac:spMkLst>
        </pc:spChg>
        <pc:spChg chg="mod">
          <ac:chgData name="priya yadav" userId="355f86fe1ddc0f5d" providerId="LiveId" clId="{412C2972-1147-4A08-BE72-F8DDBA41C100}" dt="2026-07-18T17:47:01.392" v="688" actId="27636"/>
          <ac:spMkLst>
            <pc:docMk/>
            <pc:sldMk cId="1202135391" sldId="272"/>
            <ac:spMk id="3" creationId="{E4B2A50F-E8ED-1B71-356C-D724D49FF054}"/>
          </ac:spMkLst>
        </pc:spChg>
      </pc:sldChg>
      <pc:sldChg chg="new del">
        <pc:chgData name="priya yadav" userId="355f86fe1ddc0f5d" providerId="LiveId" clId="{412C2972-1147-4A08-BE72-F8DDBA41C100}" dt="2026-07-18T17:47:23.670" v="691" actId="47"/>
        <pc:sldMkLst>
          <pc:docMk/>
          <pc:sldMk cId="2591437053" sldId="273"/>
        </pc:sldMkLst>
      </pc:sldChg>
      <pc:sldChg chg="modSp new mod">
        <pc:chgData name="priya yadav" userId="355f86fe1ddc0f5d" providerId="LiveId" clId="{412C2972-1147-4A08-BE72-F8DDBA41C100}" dt="2026-07-18T17:50:30.223" v="723" actId="2711"/>
        <pc:sldMkLst>
          <pc:docMk/>
          <pc:sldMk cId="1343772686" sldId="274"/>
        </pc:sldMkLst>
        <pc:spChg chg="mod">
          <ac:chgData name="priya yadav" userId="355f86fe1ddc0f5d" providerId="LiveId" clId="{412C2972-1147-4A08-BE72-F8DDBA41C100}" dt="2026-07-18T17:47:39.231" v="712" actId="2711"/>
          <ac:spMkLst>
            <pc:docMk/>
            <pc:sldMk cId="1343772686" sldId="274"/>
            <ac:spMk id="2" creationId="{A052D0A2-68F6-9F65-358D-A9BE4B414C30}"/>
          </ac:spMkLst>
        </pc:spChg>
        <pc:spChg chg="mod">
          <ac:chgData name="priya yadav" userId="355f86fe1ddc0f5d" providerId="LiveId" clId="{412C2972-1147-4A08-BE72-F8DDBA41C100}" dt="2026-07-18T17:50:30.223" v="723" actId="2711"/>
          <ac:spMkLst>
            <pc:docMk/>
            <pc:sldMk cId="1343772686" sldId="274"/>
            <ac:spMk id="3" creationId="{8BB1A6B9-5BA6-06CE-A7EE-BFD5D46D3D5E}"/>
          </ac:spMkLst>
        </pc:spChg>
      </pc:sldChg>
      <pc:sldChg chg="addSp delSp modSp new mod">
        <pc:chgData name="priya yadav" userId="355f86fe1ddc0f5d" providerId="LiveId" clId="{412C2972-1147-4A08-BE72-F8DDBA41C100}" dt="2026-07-18T17:54:27.613" v="762" actId="14100"/>
        <pc:sldMkLst>
          <pc:docMk/>
          <pc:sldMk cId="1234660622" sldId="275"/>
        </pc:sldMkLst>
        <pc:spChg chg="mod">
          <ac:chgData name="priya yadav" userId="355f86fe1ddc0f5d" providerId="LiveId" clId="{412C2972-1147-4A08-BE72-F8DDBA41C100}" dt="2026-07-18T17:52:03.436" v="755" actId="27636"/>
          <ac:spMkLst>
            <pc:docMk/>
            <pc:sldMk cId="1234660622" sldId="275"/>
            <ac:spMk id="2" creationId="{FAE31797-C334-7169-820D-6803F1D21B4E}"/>
          </ac:spMkLst>
        </pc:spChg>
        <pc:spChg chg="del mod">
          <ac:chgData name="priya yadav" userId="355f86fe1ddc0f5d" providerId="LiveId" clId="{412C2972-1147-4A08-BE72-F8DDBA41C100}" dt="2026-07-18T17:52:09.501" v="757" actId="478"/>
          <ac:spMkLst>
            <pc:docMk/>
            <pc:sldMk cId="1234660622" sldId="275"/>
            <ac:spMk id="3" creationId="{D578F6CC-0E2C-FBF8-FDD0-F6E95F0FF04D}"/>
          </ac:spMkLst>
        </pc:spChg>
        <pc:picChg chg="add mod">
          <ac:chgData name="priya yadav" userId="355f86fe1ddc0f5d" providerId="LiveId" clId="{412C2972-1147-4A08-BE72-F8DDBA41C100}" dt="2026-07-18T17:54:27.613" v="762" actId="14100"/>
          <ac:picMkLst>
            <pc:docMk/>
            <pc:sldMk cId="1234660622" sldId="275"/>
            <ac:picMk id="5" creationId="{C2D34EE2-3953-4450-1E60-C459DDB81472}"/>
          </ac:picMkLst>
        </pc:picChg>
      </pc:sldChg>
      <pc:sldChg chg="modSp new mod">
        <pc:chgData name="priya yadav" userId="355f86fe1ddc0f5d" providerId="LiveId" clId="{412C2972-1147-4A08-BE72-F8DDBA41C100}" dt="2026-07-18T17:57:40.484" v="788" actId="2711"/>
        <pc:sldMkLst>
          <pc:docMk/>
          <pc:sldMk cId="954684660" sldId="276"/>
        </pc:sldMkLst>
        <pc:spChg chg="mod">
          <ac:chgData name="priya yadav" userId="355f86fe1ddc0f5d" providerId="LiveId" clId="{412C2972-1147-4A08-BE72-F8DDBA41C100}" dt="2026-07-18T17:57:40.484" v="788" actId="2711"/>
          <ac:spMkLst>
            <pc:docMk/>
            <pc:sldMk cId="954684660" sldId="276"/>
            <ac:spMk id="2" creationId="{7C64F4F2-CB3E-9BC5-43D0-4968004882B6}"/>
          </ac:spMkLst>
        </pc:spChg>
        <pc:spChg chg="mod">
          <ac:chgData name="priya yadav" userId="355f86fe1ddc0f5d" providerId="LiveId" clId="{412C2972-1147-4A08-BE72-F8DDBA41C100}" dt="2026-07-18T17:57:33.094" v="787" actId="27636"/>
          <ac:spMkLst>
            <pc:docMk/>
            <pc:sldMk cId="954684660" sldId="276"/>
            <ac:spMk id="3" creationId="{D075E8D3-8FF8-E76D-D9F1-EDD01B9152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AE9C-7860-C5AB-B8E2-DF2AC6D00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FBC6A-F606-74F2-9479-2FBA0A28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3996-C3CF-B1ED-C9F2-37D991C3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2A7C7-6EED-8ADE-DE7F-4C46A136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8B27B-88B9-2BEC-DC23-61AAB521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6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B208-D08C-0138-12CE-9F6C3D0E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1ED3-A75A-C896-1BC0-AA0800606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1B1AF-4F15-9D2D-3FF8-FF6C42D0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22521-D189-09CD-7E43-6CEC73B2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CADF-9310-533F-AFA6-AD36811C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05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933D-6BF5-A13F-0172-7EFBF963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FE044-48F2-4D9A-BDC6-42E1EFF6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0E74E-44CA-9AAC-FD2C-861DBD76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C1598-1D1C-510D-60A1-C58F6A7F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4C703-C5D6-0C25-5A2E-61287FC3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83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4C6E-D34A-7649-CCFF-05132E14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2336-8700-DF13-3A9D-5FDDC93A1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71DBE-005B-9D1D-327F-1CDAE7321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0DD1F-BA20-61D0-68D1-26971AF0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C035-6E08-AFF4-193A-2BDFBC88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ED1ED-E166-F103-3BC3-BD0D1642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68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3AC2-4F5B-AE17-DDE3-1B0A3C23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E153C-EE41-8E8F-9AFD-101BF98B1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8EB0B-D7D5-C962-4900-9EBAE8CDD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974C5-7809-C653-B5A7-F22C4DB00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6B687-B5EB-7A77-8A95-95C9D0440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27302-2EFE-85F9-A139-53047800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52205-1555-0FB2-9A4C-E7C06DBA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7B3A4-E51A-4BEA-BB2B-48DB8C08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6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2FD0-3E8D-B3BE-91B4-73B2DFB8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DC7C3-EE14-7253-D16A-F40AB50F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57FDD-D6ED-C5BC-4637-233299BA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65443-FD9B-5056-4B3B-E94909C6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4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BC0B8-A438-F149-D789-5A983721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FF54D-8EB0-0179-A02B-A392A029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B766D-2405-73AA-6208-07F8FB7E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4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601A-EC1D-D4E0-5708-5AC662AF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19741-3F6A-7BD1-9B10-B4F5C0D5F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6A179-A12D-DA8C-2E8A-3AFEF4D88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22329-B933-BF74-53FB-9CE3A23BB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CD828-AB9D-6CA6-2402-9E90495A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C72D7-7670-CB6C-40F2-E0E85B24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4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DDC8-E48D-8C1F-05BD-E8B2ED72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6F25D-CF73-B385-D1C1-8034F62D2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85A43-B15C-D7D7-C87A-BBE16871D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46C97-1492-EBF2-0B06-2CB006AC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226BC-2640-BCFD-D301-111EB748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67B59-CE39-6D93-47AC-C3D10545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96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9543-1CA9-1EC4-D690-FCC1A17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81426-0184-CFB2-A55F-87EB349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65AC6-4EF0-B111-FB00-9C640AB6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CB4C3-E2C1-73C9-FC68-33475F99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1768-642E-A0DC-EF2F-DF90B777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64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4FD567-0105-0502-6168-CF25713FD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E5202-8ECC-1597-8E4C-7B26E343B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53EF-3610-8267-64DB-4DCD0250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4BDAA-AFDB-258B-2953-F534992A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AB97D-F853-BF62-A627-7CFA1243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4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9C990-2BB6-474A-0165-6157B097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8866F-C270-1F3B-ABD7-EADF5C579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215F4-4CE1-1C99-449B-DE5FB2178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FC713-0BD0-4E67-99B4-F2FDDCE837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5C342-457F-D771-14DB-12CEF9245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9961-2BCB-3FCB-2318-CE5D3D324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2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A1F-5CB5-4E45-42F1-ADC0FBB19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61" y="1122363"/>
            <a:ext cx="11786716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an online library system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4E3E7-37AE-D27E-347E-B38E77838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0074" y="4471516"/>
            <a:ext cx="5777803" cy="147710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Lakshmi priya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192524284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3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F83-10C6-4D62-B5B0-378D889C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2BEAA-E9C1-F7A3-E88B-1BD121AC2CFD}"/>
              </a:ext>
            </a:extLst>
          </p:cNvPr>
          <p:cNvSpPr txBox="1"/>
          <p:nvPr/>
        </p:nvSpPr>
        <p:spPr>
          <a:xfrm>
            <a:off x="130629" y="1690688"/>
            <a:ext cx="1165717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application used to manage library activities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users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borrow, reserve, and return books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records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books, members, librarians, transactions, reservations, and fines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Diagram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the database structure.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their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helps in designing a well-organized and efficient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6387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3AB8-4616-D59B-B257-55103EAF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782" y="365126"/>
            <a:ext cx="7726017" cy="8176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Diagaram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612EB-FBCD-2228-321E-BE997DF4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4" y="1098734"/>
            <a:ext cx="9929191" cy="505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8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A52B-0191-A53B-1393-053FA355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35518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09CE-A249-4504-C400-38CDDA0F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provides a clear and organized view of the Online Library System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the relationships between books, members, librarians, borrowing, reservations, and fines.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designing an efficient and structured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minimizes data redundancy and maintains data consistency.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the accuracy of storing and retrieving library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smooth management of book borrowing and return processes.</a:t>
            </a:r>
          </a:p>
        </p:txBody>
      </p:sp>
    </p:spTree>
    <p:extLst>
      <p:ext uri="{BB962C8B-B14F-4D97-AF65-F5344CB8AC3E}">
        <p14:creationId xmlns:p14="http://schemas.microsoft.com/office/powerpoint/2010/main" val="52697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C653-7359-F100-C4D5-ABC6821AF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 demonstrating generalization and specialization with a university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2B7C4-900A-5781-7784-7BC3C5A80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8608" y="4611756"/>
            <a:ext cx="5108495" cy="64604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Lakshmi priya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192524284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72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893D-45F2-3DE0-FE45-06453808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1DB8-828A-CBB1-320C-A6D3DC2C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9183" cy="4486275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Entity-Relationship (EER)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the ER model that represents more complex data relationships.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advanced concepts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 specialization, inheritance, and categorization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similar lower-level entities into a higher-level entity based on their common attributes.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a higher-level entity into lower-level entities based on their unique characteristics.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common entity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specialized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specialized entity inherits the common attributes of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entity,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ID, Name, Address, and Contact Number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Specialized entities also have their own unique attributes,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Faculty,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Staff.</a:t>
            </a:r>
          </a:p>
        </p:txBody>
      </p:sp>
    </p:spTree>
    <p:extLst>
      <p:ext uri="{BB962C8B-B14F-4D97-AF65-F5344CB8AC3E}">
        <p14:creationId xmlns:p14="http://schemas.microsoft.com/office/powerpoint/2010/main" val="222674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44CC-A3EE-FF9D-92FA-DB047AC8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 diagram for university management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B2341-0819-3B4F-E988-39C02F9AA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854" y="1997764"/>
            <a:ext cx="8905460" cy="42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2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DEC0-66BD-4A83-CFE5-DB17EEE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7E17-5B16-5AF9-8C08-4661CCF73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more advanced and flexible database design than the basic ER model.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real-world university entities effectively.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common attributes to be inherited by specialized entities, reducing data redundancy.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clearly distinguishes between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Students, Faculty, and Staff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their relationship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improves data organization, consistency, and accuracy. It simplifies database maintenance and future modifications.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efficient storage and retrieval of university information.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accurately represents the structure and operations of a university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71142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2E54-D2EF-6606-2B5B-C330D2720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independentand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–schema architecture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88D99-DAC5-A898-E7A4-ACA7BD32C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1077" y="4771541"/>
            <a:ext cx="6418058" cy="964096"/>
          </a:xfrm>
        </p:spPr>
        <p:txBody>
          <a:bodyPr/>
          <a:lstStyle/>
          <a:p>
            <a:r>
              <a:rPr lang="en-US" dirty="0"/>
              <a:t>S Lakshmi priya </a:t>
            </a:r>
          </a:p>
          <a:p>
            <a:r>
              <a:rPr lang="en-US" dirty="0"/>
              <a:t>192524284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45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6630-BD55-C149-0482-07B0FA76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46B3A-C6C5-D550-1C32-9C642303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ensures that changes made at one level of the database do not impact other levels.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physical storage without affecting the logical structure of the database.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the logical structure without affecting user applications or external views.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Three-Schema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 design framework that separates the database into three levels.</a:t>
            </a:r>
          </a:p>
        </p:txBody>
      </p:sp>
    </p:spTree>
    <p:extLst>
      <p:ext uri="{BB962C8B-B14F-4D97-AF65-F5344CB8AC3E}">
        <p14:creationId xmlns:p14="http://schemas.microsoft.com/office/powerpoint/2010/main" val="2634436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0B94-A0CD-BB78-D940-74B07CC68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723"/>
            <a:ext cx="9144000" cy="148905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in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–three schema architecture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5DEBC-EDD4-4057-22C3-D882AC54E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3CE75-7E1A-85C3-532D-41F9D07C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0" y="1858617"/>
            <a:ext cx="10455966" cy="47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9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9CF9-92C2-6BC9-5467-287ED35D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C062-6BCA-BC38-AB9D-232EFBAD8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17965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changes made at one level of the database do not impact other levels.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physical storage without affecting the logical structure of the database.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the logical structure without affecting user applications or external views.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Three-Schema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 design framework that separates the database into three levels.</a:t>
            </a:r>
          </a:p>
        </p:txBody>
      </p:sp>
    </p:spTree>
    <p:extLst>
      <p:ext uri="{BB962C8B-B14F-4D97-AF65-F5344CB8AC3E}">
        <p14:creationId xmlns:p14="http://schemas.microsoft.com/office/powerpoint/2010/main" val="3618769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F35C-5519-9C2E-21D7-94F072C38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a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2A50F-E8ED-1B71-356C-D724D49F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2278" y="4542182"/>
            <a:ext cx="4055165" cy="7156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 Lakshmi priya</a:t>
            </a:r>
          </a:p>
          <a:p>
            <a:r>
              <a:rPr lang="en-US" dirty="0"/>
              <a:t>192524284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13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D0A2-68F6-9F65-358D-A9BE4B41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A6B9-5BA6-06CE-A7EE-BFD5D46D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create, store, retrieve, and manage data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consists of several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work together to manage database operations.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components help users interact with the database securely and efficiently.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and executes SQL queries submitted by users.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storage, retrieval, and updating of data in the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ensures smooth execution of database operations.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data consistency and handles concurrent transactions.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restores the database after system failures and ensures data reliability.</a:t>
            </a:r>
          </a:p>
        </p:txBody>
      </p:sp>
    </p:spTree>
    <p:extLst>
      <p:ext uri="{BB962C8B-B14F-4D97-AF65-F5344CB8AC3E}">
        <p14:creationId xmlns:p14="http://schemas.microsoft.com/office/powerpoint/2010/main" val="134377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1797-C334-7169-820D-6803F1D21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89774" cy="96485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34EE2-3953-4450-1E60-C459DDB8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74234"/>
            <a:ext cx="8388626" cy="36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0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F4F2-CB3E-9BC5-43D0-49680048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E8D3-8FF8-E76D-D9F1-EDD01B91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components of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together to manage database operations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performs a specific function, such as query processing, storage management, transaction control, and recovery.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components ensure accurate storage, retrieval, and updating of data.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data consistency and supports concurrent access.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data and restores the database after failures.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only authorized users can access the database.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combined operation of these components improves database performance and reliability.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maintain data integrity, security, and efficient resource utilization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684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EA8A-167C-740E-4848-5A094926D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and weak entities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A5315-3F9C-7A71-0781-C3C7635C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3252" y="4333460"/>
            <a:ext cx="4303644" cy="924339"/>
          </a:xfrm>
        </p:spPr>
        <p:txBody>
          <a:bodyPr/>
          <a:lstStyle/>
          <a:p>
            <a:r>
              <a:rPr lang="en-US" dirty="0"/>
              <a:t>S Lakshmi priya</a:t>
            </a:r>
          </a:p>
          <a:p>
            <a:r>
              <a:rPr lang="en-US" dirty="0"/>
              <a:t>192524284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741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821C-34D9-F6C9-48DB-5FC8535F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E225-36B1-3E00-8B73-4BAE797EE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concepts in the Entity-Relationship (ER) model used in database design.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has its own primary key and can exist independently.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does not have a primary key of its own and depends on a strong entity for its identification.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entities are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entities are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weak entity is identified using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the primary key of its related strong entity.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relationship between a strong entity and a weak entity is called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relationship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diamond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can exist independently, whereas weak entities cannot exist without their corresponding strong entity.</a:t>
            </a:r>
          </a:p>
        </p:txBody>
      </p:sp>
    </p:spTree>
    <p:extLst>
      <p:ext uri="{BB962C8B-B14F-4D97-AF65-F5344CB8AC3E}">
        <p14:creationId xmlns:p14="http://schemas.microsoft.com/office/powerpoint/2010/main" val="396126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7353-DCBD-CA0D-94FC-CCA2DD4C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and weak entities in ER modeling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BBC45-3BAC-D9B4-966F-EE0221C2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7825"/>
            <a:ext cx="10515600" cy="450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17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CA54-104F-C1D9-826B-6008844D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DBD1-96D3-15D0-466A-2D66D43C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their own primary key and can exist independently.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 on strong entities for their identification and existence.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are identified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weak entities are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entities use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with the primary key of the related strong entity.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identifying relationship ensures a proper connection between strong and weak entities.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the differences between strong and weak entities improves database design. It helps maintain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reduces redundancy.</a:t>
            </a:r>
          </a:p>
        </p:txBody>
      </p:sp>
    </p:spTree>
    <p:extLst>
      <p:ext uri="{BB962C8B-B14F-4D97-AF65-F5344CB8AC3E}">
        <p14:creationId xmlns:p14="http://schemas.microsoft.com/office/powerpoint/2010/main" val="253871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1205</Words>
  <Application>Microsoft Office PowerPoint</Application>
  <PresentationFormat>Widescreen</PresentationFormat>
  <Paragraphs>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Office Theme</vt:lpstr>
      <vt:lpstr>ER diagram for an online library system</vt:lpstr>
      <vt:lpstr>Introduction </vt:lpstr>
      <vt:lpstr>ER   Diagaram</vt:lpstr>
      <vt:lpstr>Conclusion </vt:lpstr>
      <vt:lpstr>EER model demonstrating generalization and specialization with a university </vt:lpstr>
      <vt:lpstr>introduction</vt:lpstr>
      <vt:lpstr>EER  diagram for university management</vt:lpstr>
      <vt:lpstr>conclusion</vt:lpstr>
      <vt:lpstr>Data independentand three –schema architecture</vt:lpstr>
      <vt:lpstr>Introduction </vt:lpstr>
      <vt:lpstr>Data independence in dbms –three schema architecture</vt:lpstr>
      <vt:lpstr>Conclusion </vt:lpstr>
      <vt:lpstr>Software components of a dbms</vt:lpstr>
      <vt:lpstr>introduction</vt:lpstr>
      <vt:lpstr>Software components of dbms</vt:lpstr>
      <vt:lpstr>conclusion</vt:lpstr>
      <vt:lpstr>Comparison of strong and weak entities</vt:lpstr>
      <vt:lpstr>Introduction </vt:lpstr>
      <vt:lpstr>Comparison of strong and weak entities in ER modeling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yadav</dc:creator>
  <cp:lastModifiedBy>priya yadav</cp:lastModifiedBy>
  <cp:revision>1</cp:revision>
  <dcterms:created xsi:type="dcterms:W3CDTF">2026-07-18T16:04:21Z</dcterms:created>
  <dcterms:modified xsi:type="dcterms:W3CDTF">2026-07-18T17:57:47Z</dcterms:modified>
</cp:coreProperties>
</file>