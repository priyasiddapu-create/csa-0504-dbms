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2" r:id="rId15"/>
    <p:sldId id="274" r:id="rId16"/>
    <p:sldId id="275" r:id="rId17"/>
    <p:sldId id="276" r:id="rId18"/>
    <p:sldId id="268" r:id="rId19"/>
    <p:sldId id="269" r:id="rId20"/>
    <p:sldId id="270" r:id="rId21"/>
    <p:sldId id="271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34CAF-8220-4C89-8D35-C695D59F5AE7}" v="3" dt="2026-07-23T03:57:45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 yadav" userId="355f86fe1ddc0f5d" providerId="LiveId" clId="{412C2972-1147-4A08-BE72-F8DDBA41C100}"/>
    <pc:docChg chg="custSel addSld delSld modSld">
      <pc:chgData name="priya yadav" userId="355f86fe1ddc0f5d" providerId="LiveId" clId="{412C2972-1147-4A08-BE72-F8DDBA41C100}" dt="2026-07-23T04:06:43.936" v="1081" actId="27636"/>
      <pc:docMkLst>
        <pc:docMk/>
      </pc:docMkLst>
      <pc:sldChg chg="addSp modSp mod">
        <pc:chgData name="priya yadav" userId="355f86fe1ddc0f5d" providerId="LiveId" clId="{412C2972-1147-4A08-BE72-F8DDBA41C100}" dt="2026-07-23T04:03:54.029" v="1066" actId="22"/>
        <pc:sldMkLst>
          <pc:docMk/>
          <pc:sldMk cId="2572730620" sldId="256"/>
        </pc:sldMkLst>
        <pc:spChg chg="mod">
          <ac:chgData name="priya yadav" userId="355f86fe1ddc0f5d" providerId="LiveId" clId="{412C2972-1147-4A08-BE72-F8DDBA41C100}" dt="2026-07-23T04:00:29.697" v="1007" actId="20577"/>
          <ac:spMkLst>
            <pc:docMk/>
            <pc:sldMk cId="2572730620" sldId="256"/>
            <ac:spMk id="2" creationId="{B1535A1F-5CB5-4E45-42F1-ADC0FBB19CDB}"/>
          </ac:spMkLst>
        </pc:spChg>
        <pc:spChg chg="mod">
          <ac:chgData name="priya yadav" userId="355f86fe1ddc0f5d" providerId="LiveId" clId="{412C2972-1147-4A08-BE72-F8DDBA41C100}" dt="2026-07-23T04:00:04.142" v="999" actId="20577"/>
          <ac:spMkLst>
            <pc:docMk/>
            <pc:sldMk cId="2572730620" sldId="256"/>
            <ac:spMk id="3" creationId="{4024E3E7-37AE-D27E-347E-B38E778380A5}"/>
          </ac:spMkLst>
        </pc:spChg>
        <pc:spChg chg="add">
          <ac:chgData name="priya yadav" userId="355f86fe1ddc0f5d" providerId="LiveId" clId="{412C2972-1147-4A08-BE72-F8DDBA41C100}" dt="2026-07-23T04:03:54.029" v="1066" actId="22"/>
          <ac:spMkLst>
            <pc:docMk/>
            <pc:sldMk cId="2572730620" sldId="256"/>
            <ac:spMk id="5" creationId="{DDDAB899-7005-0410-67E5-47E778530308}"/>
          </ac:spMkLst>
        </pc:spChg>
      </pc:sldChg>
      <pc:sldChg chg="modSp mod">
        <pc:chgData name="priya yadav" userId="355f86fe1ddc0f5d" providerId="LiveId" clId="{412C2972-1147-4A08-BE72-F8DDBA41C100}" dt="2026-07-23T04:04:43.677" v="1072" actId="14100"/>
        <pc:sldMkLst>
          <pc:docMk/>
          <pc:sldMk cId="163877927" sldId="257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163877927" sldId="257"/>
            <ac:spMk id="2" creationId="{FF32CF83-10C6-4D62-B5B0-378D889CF9BB}"/>
          </ac:spMkLst>
        </pc:spChg>
        <pc:spChg chg="mod">
          <ac:chgData name="priya yadav" userId="355f86fe1ddc0f5d" providerId="LiveId" clId="{412C2972-1147-4A08-BE72-F8DDBA41C100}" dt="2026-07-23T04:04:43.677" v="1072" actId="14100"/>
          <ac:spMkLst>
            <pc:docMk/>
            <pc:sldMk cId="163877927" sldId="257"/>
            <ac:spMk id="4" creationId="{76F2BEAA-E9C1-F7A3-E88B-1BD121AC2CFD}"/>
          </ac:spMkLst>
        </pc:spChg>
      </pc:sldChg>
      <pc:sldChg chg="addSp delSp modSp mod">
        <pc:chgData name="priya yadav" userId="355f86fe1ddc0f5d" providerId="LiveId" clId="{412C2972-1147-4A08-BE72-F8DDBA41C100}" dt="2026-07-23T03:36:09.068" v="794" actId="14100"/>
        <pc:sldMkLst>
          <pc:docMk/>
          <pc:sldMk cId="1077986641" sldId="258"/>
        </pc:sldMkLst>
        <pc:picChg chg="add mod">
          <ac:chgData name="priya yadav" userId="355f86fe1ddc0f5d" providerId="LiveId" clId="{412C2972-1147-4A08-BE72-F8DDBA41C100}" dt="2026-07-23T03:36:09.068" v="794" actId="14100"/>
          <ac:picMkLst>
            <pc:docMk/>
            <pc:sldMk cId="1077986641" sldId="258"/>
            <ac:picMk id="4" creationId="{F27E8E98-093F-0404-035B-D377E9996C7A}"/>
          </ac:picMkLst>
        </pc:picChg>
        <pc:picChg chg="del">
          <ac:chgData name="priya yadav" userId="355f86fe1ddc0f5d" providerId="LiveId" clId="{412C2972-1147-4A08-BE72-F8DDBA41C100}" dt="2026-07-23T03:32:11.416" v="789" actId="478"/>
          <ac:picMkLst>
            <pc:docMk/>
            <pc:sldMk cId="1077986641" sldId="258"/>
            <ac:picMk id="6" creationId="{11D612EB-FBCD-2228-321E-BE997DF405EE}"/>
          </ac:picMkLst>
        </pc:picChg>
      </pc:sldChg>
      <pc:sldChg chg="modSp mod">
        <pc:chgData name="priya yadav" userId="355f86fe1ddc0f5d" providerId="LiveId" clId="{412C2972-1147-4A08-BE72-F8DDBA41C100}" dt="2026-07-23T03:57:45.631" v="902" actId="27636"/>
        <pc:sldMkLst>
          <pc:docMk/>
          <pc:sldMk cId="526972726" sldId="259"/>
        </pc:sldMkLst>
        <pc:spChg chg="mod">
          <ac:chgData name="priya yadav" userId="355f86fe1ddc0f5d" providerId="LiveId" clId="{412C2972-1147-4A08-BE72-F8DDBA41C100}" dt="2026-07-18T17:44:32.709" v="619" actId="2711"/>
          <ac:spMkLst>
            <pc:docMk/>
            <pc:sldMk cId="526972726" sldId="259"/>
            <ac:spMk id="2" creationId="{8B18A52B-0191-A53B-1393-053FA355C0D8}"/>
          </ac:spMkLst>
        </pc:spChg>
        <pc:spChg chg="mod">
          <ac:chgData name="priya yadav" userId="355f86fe1ddc0f5d" providerId="LiveId" clId="{412C2972-1147-4A08-BE72-F8DDBA41C100}" dt="2026-07-23T03:57:45.631" v="902" actId="27636"/>
          <ac:spMkLst>
            <pc:docMk/>
            <pc:sldMk cId="526972726" sldId="259"/>
            <ac:spMk id="3" creationId="{CC5B09CE-A249-4504-C400-38CDDA0F54F9}"/>
          </ac:spMkLst>
        </pc:spChg>
      </pc:sldChg>
      <pc:sldChg chg="delSp modSp mod">
        <pc:chgData name="priya yadav" userId="355f86fe1ddc0f5d" providerId="LiveId" clId="{412C2972-1147-4A08-BE72-F8DDBA41C100}" dt="2026-07-23T04:05:18.522" v="1074" actId="122"/>
        <pc:sldMkLst>
          <pc:docMk/>
          <pc:sldMk cId="1288728931" sldId="260"/>
        </pc:sldMkLst>
        <pc:spChg chg="mod">
          <ac:chgData name="priya yadav" userId="355f86fe1ddc0f5d" providerId="LiveId" clId="{412C2972-1147-4A08-BE72-F8DDBA41C100}" dt="2026-07-23T04:05:18.522" v="1074" actId="122"/>
          <ac:spMkLst>
            <pc:docMk/>
            <pc:sldMk cId="1288728931" sldId="260"/>
            <ac:spMk id="2" creationId="{0E9EC653-7359-F100-C4D5-ABC6821AF005}"/>
          </ac:spMkLst>
        </pc:spChg>
        <pc:spChg chg="del mod">
          <ac:chgData name="priya yadav" userId="355f86fe1ddc0f5d" providerId="LiveId" clId="{412C2972-1147-4A08-BE72-F8DDBA41C100}" dt="2026-07-23T03:45:59.881" v="861" actId="478"/>
          <ac:spMkLst>
            <pc:docMk/>
            <pc:sldMk cId="1288728931" sldId="260"/>
            <ac:spMk id="3" creationId="{EE42B7C4-900A-5781-7784-7BC3C5A8013D}"/>
          </ac:spMkLst>
        </pc:spChg>
      </pc:sldChg>
      <pc:sldChg chg="modSp mod">
        <pc:chgData name="priya yadav" userId="355f86fe1ddc0f5d" providerId="LiveId" clId="{412C2972-1147-4A08-BE72-F8DDBA41C100}" dt="2026-07-23T03:57:45.478" v="901"/>
        <pc:sldMkLst>
          <pc:docMk/>
          <pc:sldMk cId="2226747912" sldId="261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2226747912" sldId="261"/>
            <ac:spMk id="2" creationId="{8DED893D-45F2-3DE0-FE45-064538081929}"/>
          </ac:spMkLst>
        </pc:spChg>
        <pc:spChg chg="mod">
          <ac:chgData name="priya yadav" userId="355f86fe1ddc0f5d" providerId="LiveId" clId="{412C2972-1147-4A08-BE72-F8DDBA41C100}" dt="2026-07-23T03:43:03.457" v="823" actId="5793"/>
          <ac:spMkLst>
            <pc:docMk/>
            <pc:sldMk cId="2226747912" sldId="261"/>
            <ac:spMk id="3" creationId="{1D911DB8-828A-CBB1-320C-A6D3DC2C5787}"/>
          </ac:spMkLst>
        </pc:spChg>
      </pc:sldChg>
      <pc:sldChg chg="addSp delSp modSp mod">
        <pc:chgData name="priya yadav" userId="355f86fe1ddc0f5d" providerId="LiveId" clId="{412C2972-1147-4A08-BE72-F8DDBA41C100}" dt="2026-07-23T03:57:45.478" v="901"/>
        <pc:sldMkLst>
          <pc:docMk/>
          <pc:sldMk cId="118732926" sldId="262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118732926" sldId="262"/>
            <ac:spMk id="2" creationId="{57D244CC-A3EE-FF9D-92FA-DB047AC8A3C8}"/>
          </ac:spMkLst>
        </pc:spChg>
        <pc:picChg chg="add del mod">
          <ac:chgData name="priya yadav" userId="355f86fe1ddc0f5d" providerId="LiveId" clId="{412C2972-1147-4A08-BE72-F8DDBA41C100}" dt="2026-07-23T03:37:52.977" v="795" actId="478"/>
          <ac:picMkLst>
            <pc:docMk/>
            <pc:sldMk cId="118732926" sldId="262"/>
            <ac:picMk id="4" creationId="{2BFB2341-0819-3B4F-E988-39C02F9AAD2E}"/>
          </ac:picMkLst>
        </pc:picChg>
        <pc:picChg chg="add mod">
          <ac:chgData name="priya yadav" userId="355f86fe1ddc0f5d" providerId="LiveId" clId="{412C2972-1147-4A08-BE72-F8DDBA41C100}" dt="2026-07-23T03:38:05.577" v="799" actId="14100"/>
          <ac:picMkLst>
            <pc:docMk/>
            <pc:sldMk cId="118732926" sldId="262"/>
            <ac:picMk id="5" creationId="{A250FD5E-4AAB-97DE-0A88-8D486B542886}"/>
          </ac:picMkLst>
        </pc:picChg>
      </pc:sldChg>
      <pc:sldChg chg="modSp new mod">
        <pc:chgData name="priya yadav" userId="355f86fe1ddc0f5d" providerId="LiveId" clId="{412C2972-1147-4A08-BE72-F8DDBA41C100}" dt="2026-07-23T04:05:36.079" v="1075" actId="255"/>
        <pc:sldMkLst>
          <pc:docMk/>
          <pc:sldMk cId="711429411" sldId="263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711429411" sldId="263"/>
            <ac:spMk id="2" creationId="{9F4ADEC0-66BD-4A83-CFE5-DB17EEE922F1}"/>
          </ac:spMkLst>
        </pc:spChg>
        <pc:spChg chg="mod">
          <ac:chgData name="priya yadav" userId="355f86fe1ddc0f5d" providerId="LiveId" clId="{412C2972-1147-4A08-BE72-F8DDBA41C100}" dt="2026-07-23T04:05:36.079" v="1075" actId="255"/>
          <ac:spMkLst>
            <pc:docMk/>
            <pc:sldMk cId="711429411" sldId="263"/>
            <ac:spMk id="3" creationId="{C5307E17-5B16-5AF9-8C08-4661CCF73ED8}"/>
          </ac:spMkLst>
        </pc:spChg>
      </pc:sldChg>
      <pc:sldChg chg="addSp delSp modSp new mod">
        <pc:chgData name="priya yadav" userId="355f86fe1ddc0f5d" providerId="LiveId" clId="{412C2972-1147-4A08-BE72-F8DDBA41C100}" dt="2026-07-23T03:57:45.478" v="901"/>
        <pc:sldMkLst>
          <pc:docMk/>
          <pc:sldMk cId="3613455201" sldId="264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3613455201" sldId="264"/>
            <ac:spMk id="2" creationId="{43102E54-D2EF-6606-2B5B-C330D2720900}"/>
          </ac:spMkLst>
        </pc:spChg>
        <pc:spChg chg="del mod">
          <ac:chgData name="priya yadav" userId="355f86fe1ddc0f5d" providerId="LiveId" clId="{412C2972-1147-4A08-BE72-F8DDBA41C100}" dt="2026-07-23T03:45:41.730" v="856" actId="478"/>
          <ac:spMkLst>
            <pc:docMk/>
            <pc:sldMk cId="3613455201" sldId="264"/>
            <ac:spMk id="3" creationId="{B5688D99-DAC5-A898-E7A4-ACA7BD32C9E9}"/>
          </ac:spMkLst>
        </pc:spChg>
        <pc:spChg chg="add del mod">
          <ac:chgData name="priya yadav" userId="355f86fe1ddc0f5d" providerId="LiveId" clId="{412C2972-1147-4A08-BE72-F8DDBA41C100}" dt="2026-07-23T03:45:47.339" v="858" actId="478"/>
          <ac:spMkLst>
            <pc:docMk/>
            <pc:sldMk cId="3613455201" sldId="264"/>
            <ac:spMk id="5" creationId="{4D9C9E11-FA77-A949-0F62-5551A9999630}"/>
          </ac:spMkLst>
        </pc:spChg>
      </pc:sldChg>
      <pc:sldChg chg="modSp new mod">
        <pc:chgData name="priya yadav" userId="355f86fe1ddc0f5d" providerId="LiveId" clId="{412C2972-1147-4A08-BE72-F8DDBA41C100}" dt="2026-07-23T04:05:51.827" v="1077" actId="14100"/>
        <pc:sldMkLst>
          <pc:docMk/>
          <pc:sldMk cId="2634436808" sldId="265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2634436808" sldId="265"/>
            <ac:spMk id="2" creationId="{9B7A6630-BD55-C149-0482-07B0FA760E6E}"/>
          </ac:spMkLst>
        </pc:spChg>
        <pc:spChg chg="mod">
          <ac:chgData name="priya yadav" userId="355f86fe1ddc0f5d" providerId="LiveId" clId="{412C2972-1147-4A08-BE72-F8DDBA41C100}" dt="2026-07-23T04:05:51.827" v="1077" actId="14100"/>
          <ac:spMkLst>
            <pc:docMk/>
            <pc:sldMk cId="2634436808" sldId="265"/>
            <ac:spMk id="3" creationId="{B0D46B3A-C6C5-D550-1C32-9C6423031FDB}"/>
          </ac:spMkLst>
        </pc:spChg>
      </pc:sldChg>
      <pc:sldChg chg="addSp modSp new mod">
        <pc:chgData name="priya yadav" userId="355f86fe1ddc0f5d" providerId="LiveId" clId="{412C2972-1147-4A08-BE72-F8DDBA41C100}" dt="2026-07-23T03:57:45.681" v="905" actId="27636"/>
        <pc:sldMkLst>
          <pc:docMk/>
          <pc:sldMk cId="3476999839" sldId="266"/>
        </pc:sldMkLst>
        <pc:spChg chg="mod">
          <ac:chgData name="priya yadav" userId="355f86fe1ddc0f5d" providerId="LiveId" clId="{412C2972-1147-4A08-BE72-F8DDBA41C100}" dt="2026-07-23T03:57:45.681" v="905" actId="27636"/>
          <ac:spMkLst>
            <pc:docMk/>
            <pc:sldMk cId="3476999839" sldId="266"/>
            <ac:spMk id="2" creationId="{A69A0B94-A0CD-BB78-D940-74B07CC68CA7}"/>
          </ac:spMkLst>
        </pc:spChg>
        <pc:spChg chg="mod">
          <ac:chgData name="priya yadav" userId="355f86fe1ddc0f5d" providerId="LiveId" clId="{412C2972-1147-4A08-BE72-F8DDBA41C100}" dt="2026-07-23T03:57:45.478" v="901"/>
          <ac:spMkLst>
            <pc:docMk/>
            <pc:sldMk cId="3476999839" sldId="266"/>
            <ac:spMk id="3" creationId="{5C65DEBC-EDD4-4057-22C3-D882AC54E3C0}"/>
          </ac:spMkLst>
        </pc:spChg>
        <pc:picChg chg="add mod">
          <ac:chgData name="priya yadav" userId="355f86fe1ddc0f5d" providerId="LiveId" clId="{412C2972-1147-4A08-BE72-F8DDBA41C100}" dt="2026-07-18T17:30:52.452" v="399" actId="14100"/>
          <ac:picMkLst>
            <pc:docMk/>
            <pc:sldMk cId="3476999839" sldId="266"/>
            <ac:picMk id="5" creationId="{A0F3CE75-7E1A-85C3-532D-41F9D07CADA1}"/>
          </ac:picMkLst>
        </pc:picChg>
      </pc:sldChg>
      <pc:sldChg chg="modSp new mod">
        <pc:chgData name="priya yadav" userId="355f86fe1ddc0f5d" providerId="LiveId" clId="{412C2972-1147-4A08-BE72-F8DDBA41C100}" dt="2026-07-23T04:06:07.185" v="1079" actId="27636"/>
        <pc:sldMkLst>
          <pc:docMk/>
          <pc:sldMk cId="3618769604" sldId="267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3618769604" sldId="267"/>
            <ac:spMk id="2" creationId="{AD0B9CF9-92C2-6BC9-5467-287ED35DE69D}"/>
          </ac:spMkLst>
        </pc:spChg>
        <pc:spChg chg="mod">
          <ac:chgData name="priya yadav" userId="355f86fe1ddc0f5d" providerId="LiveId" clId="{412C2972-1147-4A08-BE72-F8DDBA41C100}" dt="2026-07-23T04:06:07.185" v="1079" actId="27636"/>
          <ac:spMkLst>
            <pc:docMk/>
            <pc:sldMk cId="3618769604" sldId="267"/>
            <ac:spMk id="3" creationId="{BF22C062-6BCA-BC38-AB9D-232EFBAD88B4}"/>
          </ac:spMkLst>
        </pc:spChg>
      </pc:sldChg>
      <pc:sldChg chg="delSp modSp new mod">
        <pc:chgData name="priya yadav" userId="355f86fe1ddc0f5d" providerId="LiveId" clId="{412C2972-1147-4A08-BE72-F8DDBA41C100}" dt="2026-07-23T03:57:45.478" v="901"/>
        <pc:sldMkLst>
          <pc:docMk/>
          <pc:sldMk cId="2084741734" sldId="268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2084741734" sldId="268"/>
            <ac:spMk id="2" creationId="{F341EA8A-167C-740E-4848-5A094926DCA1}"/>
          </ac:spMkLst>
        </pc:spChg>
        <pc:spChg chg="del mod">
          <ac:chgData name="priya yadav" userId="355f86fe1ddc0f5d" providerId="LiveId" clId="{412C2972-1147-4A08-BE72-F8DDBA41C100}" dt="2026-07-23T03:45:25.640" v="852" actId="478"/>
          <ac:spMkLst>
            <pc:docMk/>
            <pc:sldMk cId="2084741734" sldId="268"/>
            <ac:spMk id="3" creationId="{096A5315-3F9C-7A71-0781-C3C7635C050E}"/>
          </ac:spMkLst>
        </pc:spChg>
      </pc:sldChg>
      <pc:sldChg chg="modSp new mod">
        <pc:chgData name="priya yadav" userId="355f86fe1ddc0f5d" providerId="LiveId" clId="{412C2972-1147-4A08-BE72-F8DDBA41C100}" dt="2026-07-23T03:57:45.762" v="908" actId="27636"/>
        <pc:sldMkLst>
          <pc:docMk/>
          <pc:sldMk cId="3961269671" sldId="269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3961269671" sldId="269"/>
            <ac:spMk id="2" creationId="{363D821C-34D9-F6C9-48DB-5FC8535F4B49}"/>
          </ac:spMkLst>
        </pc:spChg>
        <pc:spChg chg="mod">
          <ac:chgData name="priya yadav" userId="355f86fe1ddc0f5d" providerId="LiveId" clId="{412C2972-1147-4A08-BE72-F8DDBA41C100}" dt="2026-07-23T03:57:45.762" v="908" actId="27636"/>
          <ac:spMkLst>
            <pc:docMk/>
            <pc:sldMk cId="3961269671" sldId="269"/>
            <ac:spMk id="3" creationId="{4CBAE225-36B1-3E00-8B73-4BAE797EE38B}"/>
          </ac:spMkLst>
        </pc:spChg>
      </pc:sldChg>
      <pc:sldChg chg="addSp delSp modSp new mod">
        <pc:chgData name="priya yadav" userId="355f86fe1ddc0f5d" providerId="LiveId" clId="{412C2972-1147-4A08-BE72-F8DDBA41C100}" dt="2026-07-23T03:57:45.478" v="901"/>
        <pc:sldMkLst>
          <pc:docMk/>
          <pc:sldMk cId="1106817348" sldId="270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1106817348" sldId="270"/>
            <ac:spMk id="2" creationId="{06D07353-DCBD-CA0D-94FC-CCA2DD4CCE39}"/>
          </ac:spMkLst>
        </pc:spChg>
        <pc:picChg chg="add del mod">
          <ac:chgData name="priya yadav" userId="355f86fe1ddc0f5d" providerId="LiveId" clId="{412C2972-1147-4A08-BE72-F8DDBA41C100}" dt="2026-07-23T03:38:34.621" v="800" actId="478"/>
          <ac:picMkLst>
            <pc:docMk/>
            <pc:sldMk cId="1106817348" sldId="270"/>
            <ac:picMk id="4" creationId="{44FBBC45-3BAC-D9B4-966F-EE0221C24C73}"/>
          </ac:picMkLst>
        </pc:picChg>
        <pc:picChg chg="add mod">
          <ac:chgData name="priya yadav" userId="355f86fe1ddc0f5d" providerId="LiveId" clId="{412C2972-1147-4A08-BE72-F8DDBA41C100}" dt="2026-07-23T03:45:06.261" v="848" actId="1036"/>
          <ac:picMkLst>
            <pc:docMk/>
            <pc:sldMk cId="1106817348" sldId="270"/>
            <ac:picMk id="5" creationId="{EF93C610-FD67-F096-8CC5-763379E06B57}"/>
          </ac:picMkLst>
        </pc:picChg>
      </pc:sldChg>
      <pc:sldChg chg="modSp new mod">
        <pc:chgData name="priya yadav" userId="355f86fe1ddc0f5d" providerId="LiveId" clId="{412C2972-1147-4A08-BE72-F8DDBA41C100}" dt="2026-07-23T04:06:43.936" v="1081" actId="27636"/>
        <pc:sldMkLst>
          <pc:docMk/>
          <pc:sldMk cId="2538712348" sldId="271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2538712348" sldId="271"/>
            <ac:spMk id="2" creationId="{0851CA54-104F-C1D9-826B-6008844D91AD}"/>
          </ac:spMkLst>
        </pc:spChg>
        <pc:spChg chg="mod">
          <ac:chgData name="priya yadav" userId="355f86fe1ddc0f5d" providerId="LiveId" clId="{412C2972-1147-4A08-BE72-F8DDBA41C100}" dt="2026-07-23T04:06:43.936" v="1081" actId="27636"/>
          <ac:spMkLst>
            <pc:docMk/>
            <pc:sldMk cId="2538712348" sldId="271"/>
            <ac:spMk id="3" creationId="{97B6DBD1-96D3-15D0-466A-2D66D43C9967}"/>
          </ac:spMkLst>
        </pc:spChg>
      </pc:sldChg>
      <pc:sldChg chg="addSp delSp modSp new mod">
        <pc:chgData name="priya yadav" userId="355f86fe1ddc0f5d" providerId="LiveId" clId="{412C2972-1147-4A08-BE72-F8DDBA41C100}" dt="2026-07-23T03:57:45.478" v="901"/>
        <pc:sldMkLst>
          <pc:docMk/>
          <pc:sldMk cId="1202135391" sldId="272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1202135391" sldId="272"/>
            <ac:spMk id="2" creationId="{333CF35C-5519-9C2E-21D7-94F072C385F1}"/>
          </ac:spMkLst>
        </pc:spChg>
        <pc:spChg chg="del mod">
          <ac:chgData name="priya yadav" userId="355f86fe1ddc0f5d" providerId="LiveId" clId="{412C2972-1147-4A08-BE72-F8DDBA41C100}" dt="2026-07-23T03:43:45.009" v="828" actId="478"/>
          <ac:spMkLst>
            <pc:docMk/>
            <pc:sldMk cId="1202135391" sldId="272"/>
            <ac:spMk id="3" creationId="{E4B2A50F-E8ED-1B71-356C-D724D49FF054}"/>
          </ac:spMkLst>
        </pc:spChg>
        <pc:spChg chg="add del mod">
          <ac:chgData name="priya yadav" userId="355f86fe1ddc0f5d" providerId="LiveId" clId="{412C2972-1147-4A08-BE72-F8DDBA41C100}" dt="2026-07-23T03:43:52.520" v="830" actId="478"/>
          <ac:spMkLst>
            <pc:docMk/>
            <pc:sldMk cId="1202135391" sldId="272"/>
            <ac:spMk id="5" creationId="{5BE0B966-86A3-0B86-FB79-3706F0D9CADE}"/>
          </ac:spMkLst>
        </pc:spChg>
      </pc:sldChg>
      <pc:sldChg chg="modSp new mod">
        <pc:chgData name="priya yadav" userId="355f86fe1ddc0f5d" providerId="LiveId" clId="{412C2972-1147-4A08-BE72-F8DDBA41C100}" dt="2026-07-23T03:57:45.744" v="907" actId="27636"/>
        <pc:sldMkLst>
          <pc:docMk/>
          <pc:sldMk cId="1343772686" sldId="274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1343772686" sldId="274"/>
            <ac:spMk id="2" creationId="{A052D0A2-68F6-9F65-358D-A9BE4B414C30}"/>
          </ac:spMkLst>
        </pc:spChg>
        <pc:spChg chg="mod">
          <ac:chgData name="priya yadav" userId="355f86fe1ddc0f5d" providerId="LiveId" clId="{412C2972-1147-4A08-BE72-F8DDBA41C100}" dt="2026-07-23T03:57:45.744" v="907" actId="27636"/>
          <ac:spMkLst>
            <pc:docMk/>
            <pc:sldMk cId="1343772686" sldId="274"/>
            <ac:spMk id="3" creationId="{8BB1A6B9-5BA6-06CE-A7EE-BFD5D46D3D5E}"/>
          </ac:spMkLst>
        </pc:spChg>
      </pc:sldChg>
      <pc:sldChg chg="addSp delSp modSp new mod">
        <pc:chgData name="priya yadav" userId="355f86fe1ddc0f5d" providerId="LiveId" clId="{412C2972-1147-4A08-BE72-F8DDBA41C100}" dt="2026-07-18T17:54:27.613" v="762" actId="14100"/>
        <pc:sldMkLst>
          <pc:docMk/>
          <pc:sldMk cId="1234660622" sldId="275"/>
        </pc:sldMkLst>
        <pc:spChg chg="mod">
          <ac:chgData name="priya yadav" userId="355f86fe1ddc0f5d" providerId="LiveId" clId="{412C2972-1147-4A08-BE72-F8DDBA41C100}" dt="2026-07-18T17:52:03.436" v="755" actId="27636"/>
          <ac:spMkLst>
            <pc:docMk/>
            <pc:sldMk cId="1234660622" sldId="275"/>
            <ac:spMk id="2" creationId="{FAE31797-C334-7169-820D-6803F1D21B4E}"/>
          </ac:spMkLst>
        </pc:spChg>
        <pc:picChg chg="add mod">
          <ac:chgData name="priya yadav" userId="355f86fe1ddc0f5d" providerId="LiveId" clId="{412C2972-1147-4A08-BE72-F8DDBA41C100}" dt="2026-07-18T17:54:27.613" v="762" actId="14100"/>
          <ac:picMkLst>
            <pc:docMk/>
            <pc:sldMk cId="1234660622" sldId="275"/>
            <ac:picMk id="5" creationId="{C2D34EE2-3953-4450-1E60-C459DDB81472}"/>
          </ac:picMkLst>
        </pc:picChg>
      </pc:sldChg>
      <pc:sldChg chg="modSp new mod">
        <pc:chgData name="priya yadav" userId="355f86fe1ddc0f5d" providerId="LiveId" clId="{412C2972-1147-4A08-BE72-F8DDBA41C100}" dt="2026-07-23T03:57:45.478" v="901"/>
        <pc:sldMkLst>
          <pc:docMk/>
          <pc:sldMk cId="954684660" sldId="276"/>
        </pc:sldMkLst>
        <pc:spChg chg="mod">
          <ac:chgData name="priya yadav" userId="355f86fe1ddc0f5d" providerId="LiveId" clId="{412C2972-1147-4A08-BE72-F8DDBA41C100}" dt="2026-07-23T03:57:45.478" v="901"/>
          <ac:spMkLst>
            <pc:docMk/>
            <pc:sldMk cId="954684660" sldId="276"/>
            <ac:spMk id="2" creationId="{7C64F4F2-CB3E-9BC5-43D0-4968004882B6}"/>
          </ac:spMkLst>
        </pc:spChg>
        <pc:spChg chg="mod">
          <ac:chgData name="priya yadav" userId="355f86fe1ddc0f5d" providerId="LiveId" clId="{412C2972-1147-4A08-BE72-F8DDBA41C100}" dt="2026-07-23T03:44:39.927" v="847" actId="14100"/>
          <ac:spMkLst>
            <pc:docMk/>
            <pc:sldMk cId="954684660" sldId="276"/>
            <ac:spMk id="3" creationId="{D075E8D3-8FF8-E76D-D9F1-EDD01B915250}"/>
          </ac:spMkLst>
        </pc:spChg>
      </pc:sldChg>
      <pc:sldChg chg="addSp modSp new mod">
        <pc:chgData name="priya yadav" userId="355f86fe1ddc0f5d" providerId="LiveId" clId="{412C2972-1147-4A08-BE72-F8DDBA41C100}" dt="2026-07-23T03:42:06.809" v="811" actId="14100"/>
        <pc:sldMkLst>
          <pc:docMk/>
          <pc:sldMk cId="586358492" sldId="277"/>
        </pc:sldMkLst>
        <pc:spChg chg="add mod">
          <ac:chgData name="priya yadav" userId="355f86fe1ddc0f5d" providerId="LiveId" clId="{412C2972-1147-4A08-BE72-F8DDBA41C100}" dt="2026-07-23T03:42:06.809" v="811" actId="14100"/>
          <ac:spMkLst>
            <pc:docMk/>
            <pc:sldMk cId="586358492" sldId="277"/>
            <ac:spMk id="3" creationId="{4A9069D1-4E77-5CA7-F157-621587741273}"/>
          </ac:spMkLst>
        </pc:spChg>
      </pc:sldChg>
      <pc:sldChg chg="modSp new mod">
        <pc:chgData name="priya yadav" userId="355f86fe1ddc0f5d" providerId="LiveId" clId="{412C2972-1147-4A08-BE72-F8DDBA41C100}" dt="2026-07-23T04:02:12.653" v="1065" actId="255"/>
        <pc:sldMkLst>
          <pc:docMk/>
          <pc:sldMk cId="979422136" sldId="278"/>
        </pc:sldMkLst>
        <pc:spChg chg="mod">
          <ac:chgData name="priya yadav" userId="355f86fe1ddc0f5d" providerId="LiveId" clId="{412C2972-1147-4A08-BE72-F8DDBA41C100}" dt="2026-07-23T04:02:12.653" v="1065" actId="255"/>
          <ac:spMkLst>
            <pc:docMk/>
            <pc:sldMk cId="979422136" sldId="278"/>
            <ac:spMk id="2" creationId="{964BBC9E-03E1-48D9-8B12-BA4C174FA2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FA79-7B10-EF51-69F5-E853AD25B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FE354-C93F-83AC-943D-01460F099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6D491-E4C4-DCB8-72B7-59177E3B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1F3A9-5610-58B2-A9DF-9402FF9E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7C8C0-752D-CD8B-BA59-370A6468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9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A339-3730-E699-A1B1-A3886B4C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9BA52-9421-51DC-A144-0A0B93899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38415-62A7-7DDF-0236-96B3DA484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3BC67-36C2-809D-DE85-1B717376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FA26B-DA43-134B-3907-BCFAD011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12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4023-9CE8-B7A8-77A4-789F2D53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4C4D1-D4A0-5E41-8667-FECAADEC1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348DA-8B4F-F3A4-5F63-9A7FFBE46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9A769-2DFE-11E4-87CC-E64647CB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1D1D1-D875-E49E-55FD-EFC1D510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80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86058-73F1-4B04-CFA8-CDE88F4E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E0EB4-9A82-9F07-D557-A498AF4D7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76459-2475-AF68-F8DA-BD6A6EE0E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35E41-F29B-9C5C-51EB-D5E09C49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45DAC-1329-D4A7-5D1F-83523F1DC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1B869-5AB1-BDD1-8BE4-D84ADC34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765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1C71-211A-08FF-1479-A70E28365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581C2-16E9-5889-299B-875874C38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9C0D6-0F60-C604-6FE5-70EAFF7F5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06661-41B4-6675-D041-D5A30DC9E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E5878-68C9-F696-C9EE-689F1548D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99137D-B651-5981-F206-60B63C9F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5E6C5-CDDE-45C2-4F11-E4E1824EC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560FF8-E7A8-1973-ABEB-194C7C68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02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E194-6B93-80C1-2316-58EB0E83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E33D7-D316-2EDA-0C15-022A264AE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29CBE-6952-8F35-BEBF-20E20C73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24048-50B6-30B4-C6C1-0E891E3B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781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3CED0-794A-3C25-1F35-BB974222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462440-7608-3BD7-0FEA-F454BFC8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BDA3B-11CC-6C6E-5A6B-6487CDBD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5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822-ECC7-8C91-DB24-D63CCEAFF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1B5D9-AC00-309C-370D-CD57ECFC4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82847-E7D9-AACB-A826-946729BE3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AEF58-D450-D0F6-203E-0B8B7D192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18947-F238-1B97-C067-F6A06C73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2C118-2DAB-0FA8-C5F5-5F01CAD7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01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4B60-6E2F-BCF0-EF74-AE8CAB8B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967074-57D3-EBC3-7A73-0D4CC7085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7B492-9992-DA49-2BA8-C2EF178F1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66AFD-193C-22A9-10C9-A117E8D4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90722-13D5-88A4-EFD8-A3D576FB8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317D1-45EC-FBF5-87C0-DB439D30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36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D631-EBE0-89EF-3FD4-ADF75915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B6B8C-E166-717B-FECE-D1AA5F9F0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6172A-3527-BA7D-84CE-C992D494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D80E9-3C1B-69A2-E14F-8919AFE0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CDAA4-D6B7-98A7-EB59-19FF2773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30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89079-49AB-1DC3-E40A-CE487A17D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01FD0-1997-4DD4-C58E-F9EAA5B45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73901-6E5C-A072-732B-E65A04C7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05C71-4761-770E-8CD9-E1D43D5C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50724-7991-7B68-BCB9-46CA87F2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893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BF484-5DF5-4025-6931-6965ED8C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50CBE-9CE2-F7DC-93A9-EBB1A2F97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E75B7-3EAD-264F-D04B-E8295DE28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FC713-0BD0-4E67-99B4-F2FDDCE837D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6DAA3-6155-3211-2D22-A196FFBDB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BCB37-5FA1-3942-B9AE-7769BAB2B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B1D73-CC5E-470E-B919-F6C029CFE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10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5A1F-5CB5-4E45-42F1-ADC0FBB19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161" y="1122363"/>
            <a:ext cx="11786716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co1 AT3 Technical presentation   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4E3E7-37AE-D27E-347E-B38E77838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0074" y="4471516"/>
            <a:ext cx="5941926" cy="238648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Lakshmi priya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192524284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 R. Kesavan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 0504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base management systems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DDAB899-7005-0410-67E5-47E778530308}"/>
              </a:ext>
            </a:extLst>
          </p:cNvPr>
          <p:cNvSpPr/>
          <p:nvPr/>
        </p:nvSpPr>
        <p:spPr>
          <a:xfrm>
            <a:off x="122735" y="0"/>
            <a:ext cx="12069265" cy="1150374"/>
          </a:xfrm>
          <a:custGeom>
            <a:avLst/>
            <a:gdLst/>
            <a:ahLst/>
            <a:cxnLst/>
            <a:rect l="l" t="t" r="r" b="b"/>
            <a:pathLst>
              <a:path w="18288000" h="2153961">
                <a:moveTo>
                  <a:pt x="0" y="0"/>
                </a:moveTo>
                <a:lnTo>
                  <a:pt x="18288000" y="0"/>
                </a:lnTo>
                <a:lnTo>
                  <a:pt x="18288000" y="2153961"/>
                </a:lnTo>
                <a:lnTo>
                  <a:pt x="0" y="2153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40" b="-3012"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73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BC9E-03E1-48D9-8B12-BA4C174F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3670"/>
            <a:ext cx="10515600" cy="3031434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for an online library system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42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CF83-10C6-4D62-B5B0-378D889C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2BEAA-E9C1-F7A3-E88B-1BD121AC2CFD}"/>
              </a:ext>
            </a:extLst>
          </p:cNvPr>
          <p:cNvSpPr txBox="1"/>
          <p:nvPr/>
        </p:nvSpPr>
        <p:spPr>
          <a:xfrm>
            <a:off x="130629" y="1690689"/>
            <a:ext cx="1186590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Library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digital application used to manage library activities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enables users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borrow, reserve, and return books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records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books, members, librarians, transactions, reservations, and fines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(ER) Diagram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graphical representation of the database structure. 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their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 diagram helps in designing a well-organized and efficient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77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3AB8-4616-D59B-B257-55103EAF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782" y="365126"/>
            <a:ext cx="7726017" cy="8176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Diagaram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E8E98-093F-0404-035B-D377E9996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65" y="1371600"/>
            <a:ext cx="10565296" cy="46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8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A52B-0191-A53B-1393-053FA355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35518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B09CE-A249-4504-C400-38CDDA0F5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 diagram provides a clear and organized view of the Online Library System database.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shows the relationships between books, members, librarians, borrowing, reservations, and fines.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designing an efficient and structured database.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minimizes data redundancy and maintains data consistency.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improves the accuracy of storing and retrieving library information.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supports smooth management of book borrowing and return processes.</a:t>
            </a:r>
          </a:p>
        </p:txBody>
      </p:sp>
    </p:spTree>
    <p:extLst>
      <p:ext uri="{BB962C8B-B14F-4D97-AF65-F5344CB8AC3E}">
        <p14:creationId xmlns:p14="http://schemas.microsoft.com/office/powerpoint/2010/main" val="52697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C653-7359-F100-C4D5-ABC6821AF0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model demonstrating generalization and specialization with a university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72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893D-45F2-3DE0-FE45-06453808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11DB8-828A-CBB1-320C-A6D3DC2C5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019183" cy="4486275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Entity-Relationship (EER)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extension of the ER model that represents more complex data relationships.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introduces advanced concepts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generalization, specialization, inheritance, and categorization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similar lower-level entities into a higher-level entity based on their common attributes.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divides a higher-level entity into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lowerlevel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entities based on their unique characteristics.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4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244CC-A3EE-FF9D-92FA-DB047AC8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 diagram for university management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0FD5E-4AAB-97DE-0A88-8D486B542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70" y="1570383"/>
            <a:ext cx="10091529" cy="444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2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DEC0-66BD-4A83-CFE5-DB17EEE9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07E17-5B16-5AF9-8C08-4661CCF73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28513" cy="4351338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model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more advanced and flexible database design than the basic ER model.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uses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real-world university entities effectively.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common attributes to be inherited by specialized entities, reducing data redundancy.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clearly distinguishes between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Students, Faculty, and Staff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maintaining their relationship with the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improves data organization, consistency, and accuracy. It simplifies database maintenance and future modifications.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efficient storage and retrieval of university information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1429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2E54-D2EF-6606-2B5B-C330D2720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independentand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 –schema architecture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455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6630-BD55-C149-0482-07B0FA76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46B3A-C6C5-D550-1C32-9C6423031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30339" cy="4764018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to modify the database structure without affecting application programs.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ensures that changes made at one level of the database do not impact other levels.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changes in physical storage without affecting the logical structure of the database.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changes in the logical structure without affecting user applications or external views.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Three-Schema Architecture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database design framework that separates the database into three levels.</a:t>
            </a:r>
          </a:p>
        </p:txBody>
      </p:sp>
    </p:spTree>
    <p:extLst>
      <p:ext uri="{BB962C8B-B14F-4D97-AF65-F5344CB8AC3E}">
        <p14:creationId xmlns:p14="http://schemas.microsoft.com/office/powerpoint/2010/main" val="2634436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0B94-A0CD-BB78-D940-74B07CC68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723"/>
            <a:ext cx="9144000" cy="148905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in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–three schema architecture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5DEBC-EDD4-4057-22C3-D882AC54E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3CE75-7E1A-85C3-532D-41F9D07CA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30" y="1858617"/>
            <a:ext cx="10455966" cy="47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99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9CF9-92C2-6BC9-5467-287ED35D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C062-6BCA-BC38-AB9D-232EFBAD8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17965" cy="4351338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to modify the database structure without affecting application programs.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changes made at one level of the database do not impact other levels.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changes in physical storage without affecting the logical structure of the database.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changes in the logical structure without affecting user applications or external views.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Three-Schema Architecture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database design framework that separates the database into three levels.</a:t>
            </a:r>
          </a:p>
        </p:txBody>
      </p:sp>
    </p:spTree>
    <p:extLst>
      <p:ext uri="{BB962C8B-B14F-4D97-AF65-F5344CB8AC3E}">
        <p14:creationId xmlns:p14="http://schemas.microsoft.com/office/powerpoint/2010/main" val="3618769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F35C-5519-9C2E-21D7-94F072C38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 of a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13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D0A2-68F6-9F65-358D-A9BE4B41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1A6B9-5BA6-06CE-A7EE-BFD5D46D3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software used to create, store, retrieve, and manage data efficiently.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consists of several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work together to manage database operations.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components help users interact with the database securely and efficiently.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interprets and executes SQL queries submitted by users.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the storage, retrieval, and updating of data in the database.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Engine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requests and ensures smooth execution of database operations.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data consistency and handles concurrent transactions.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restores the database after system failures and ensures data reliability.</a:t>
            </a:r>
          </a:p>
        </p:txBody>
      </p:sp>
    </p:spTree>
    <p:extLst>
      <p:ext uri="{BB962C8B-B14F-4D97-AF65-F5344CB8AC3E}">
        <p14:creationId xmlns:p14="http://schemas.microsoft.com/office/powerpoint/2010/main" val="134377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1797-C334-7169-820D-6803F1D21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89774" cy="96485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34EE2-3953-4450-1E60-C459DDB8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74234"/>
            <a:ext cx="8388626" cy="368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6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F4F2-CB3E-9BC5-43D0-49680048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5E8D3-8FF8-E76D-D9F1-EDD01B915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28513" cy="4505601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components of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together to manage database operations efficiently.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component performs a specific function, such as query processing, storage management, transaction control, and recovery.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components ensure accurate storage, retrieval, and updating of data.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data consistency and supports concurrent access.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data and restores the database after failures.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that only authorized users can access the database.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combined operation of these components improves database performance and reliability.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4684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EA8A-167C-740E-4848-5A094926D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strong and weak entities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741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821C-34D9-F6C9-48DB-5FC8535F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AE225-36B1-3E00-8B73-4BAE797EE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Weak Entities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concepts in the Entity-Relationship (ER) model used in database design.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entity that has its own primary key and can exist independently.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entity that does not have a primary key of its own and depends on a strong entity for its identification.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entities are represented by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rectangle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ER diagram.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entities are represented by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rectangle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ER diagram.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weak entity is identified using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key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with the primary key of its related strong entity.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relationship between a strong entity and a weak entity is called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relationship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represented by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diamond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 can exist independently, whereas weak entities cannot exist without their corresponding strong entity.</a:t>
            </a:r>
          </a:p>
        </p:txBody>
      </p:sp>
    </p:spTree>
    <p:extLst>
      <p:ext uri="{BB962C8B-B14F-4D97-AF65-F5344CB8AC3E}">
        <p14:creationId xmlns:p14="http://schemas.microsoft.com/office/powerpoint/2010/main" val="3961269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7353-DCBD-CA0D-94FC-CCA2DD4C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strong and weak entities in ER modeling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3C610-FD67-F096-8CC5-763379E06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798982"/>
            <a:ext cx="10919791" cy="487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17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CA54-104F-C1D9-826B-6008844D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DBD1-96D3-15D0-466A-2D66D43C9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their own primary key and can exist independently.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 on strong entities for their identification and existence.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 are identified by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rectangle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weak entities are represented by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rectangle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ER diagram.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entities use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key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with the primary key of the related strong entity.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identifying relationship ensures a proper connection between strong and weak entities.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the differences between strong and weak entities improves database design. It helps maintain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reduces redundancy.</a:t>
            </a:r>
          </a:p>
        </p:txBody>
      </p:sp>
    </p:spTree>
    <p:extLst>
      <p:ext uri="{BB962C8B-B14F-4D97-AF65-F5344CB8AC3E}">
        <p14:creationId xmlns:p14="http://schemas.microsoft.com/office/powerpoint/2010/main" val="2538712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9069D1-4E77-5CA7-F157-621587741273}"/>
              </a:ext>
            </a:extLst>
          </p:cNvPr>
          <p:cNvSpPr txBox="1"/>
          <p:nvPr/>
        </p:nvSpPr>
        <p:spPr>
          <a:xfrm>
            <a:off x="2971800" y="2315818"/>
            <a:ext cx="6174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635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1098</Words>
  <Application>Microsoft Office PowerPoint</Application>
  <PresentationFormat>Widescreen</PresentationFormat>
  <Paragraphs>90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Office Theme</vt:lpstr>
      <vt:lpstr> co1 AT3 Technical presentation    </vt:lpstr>
      <vt:lpstr>ER diagram for an online library system</vt:lpstr>
      <vt:lpstr>Introduction </vt:lpstr>
      <vt:lpstr>ER   Diagaram</vt:lpstr>
      <vt:lpstr>Conclusion </vt:lpstr>
      <vt:lpstr>EER model demonstrating generalization and specialization with a university </vt:lpstr>
      <vt:lpstr>introduction</vt:lpstr>
      <vt:lpstr>EER  diagram for university management</vt:lpstr>
      <vt:lpstr>conclusion</vt:lpstr>
      <vt:lpstr>Data independentand three –schema architecture</vt:lpstr>
      <vt:lpstr>Introduction </vt:lpstr>
      <vt:lpstr>Data independence in dbms –three schema architecture</vt:lpstr>
      <vt:lpstr>Conclusion </vt:lpstr>
      <vt:lpstr>Software components of a dbms</vt:lpstr>
      <vt:lpstr>introduction</vt:lpstr>
      <vt:lpstr>Software components of dbms</vt:lpstr>
      <vt:lpstr>conclusion</vt:lpstr>
      <vt:lpstr>Comparison of strong and weak entities</vt:lpstr>
      <vt:lpstr>Introduction </vt:lpstr>
      <vt:lpstr>Comparison of strong and weak entities in ER modeling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yadav</dc:creator>
  <cp:lastModifiedBy>priya yadav</cp:lastModifiedBy>
  <cp:revision>1</cp:revision>
  <dcterms:created xsi:type="dcterms:W3CDTF">2026-07-18T16:04:21Z</dcterms:created>
  <dcterms:modified xsi:type="dcterms:W3CDTF">2026-07-23T04:06:54Z</dcterms:modified>
</cp:coreProperties>
</file>